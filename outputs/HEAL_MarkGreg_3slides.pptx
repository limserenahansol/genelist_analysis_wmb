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Please confirm three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HEAL  ·  ORBm and BMAp  ·  meeting brief  ·  Excel gene list attached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1   Gene list for Xenium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Approve the attached list.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Minimum to order: 77 genes (priority 1).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Full list: 168 genes (BMAp 124, ORBm 128, 84 shared).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☐  yes          ☐  discuss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41732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417320"/>
            <a:ext cx="361188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2   Xenium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2860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3 Active + 3 Passive. Tag at Post (day 13).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Read out after rest, on a seeking test (pump off).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ORBm and BMAp from the same mouse.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55321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☐  yes          ☐  discuss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36118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417320"/>
            <a:ext cx="361188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  3   Causality route  (pick one on slide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2860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  Silence the TRAPped Post ensemble (DREADD).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B  Drug the GPCR that Xenium names (no TRAP wait).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  Silence the region, not the ensemble (fallback).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553212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☐  yes          ☐  discuss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Xenium + TRAP  —  what we would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Same 18-day task you already know. Only addition: 4-OHT at Post, then rest, then one seeking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495579" cy="457200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2222"/>
                </a:solidFill>
                <a:latin typeface="Calibri"/>
              </a:rPr>
              <a:t>days 1–10 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8499" y="1463040"/>
            <a:ext cx="1048673" cy="457200"/>
          </a:xfrm>
          <a:prstGeom prst="rect">
            <a:avLst/>
          </a:prstGeom>
          <a:solidFill>
            <a:srgbClr val="1F2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  morphine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172" y="1463040"/>
            <a:ext cx="1747789" cy="457200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2222"/>
                </a:solidFill>
                <a:latin typeface="Calibri"/>
              </a:rPr>
              <a:t>days 14–18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794961" y="1463040"/>
            <a:ext cx="4194695" cy="457200"/>
          </a:xfrm>
          <a:prstGeom prst="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2222"/>
                </a:solidFill>
                <a:latin typeface="Calibri"/>
              </a:rPr>
              <a:t>rest  (protein)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89656" y="1463040"/>
            <a:ext cx="699115" cy="457200"/>
          </a:xfrm>
          <a:prstGeom prst="rect">
            <a:avLst/>
          </a:prstGeom>
          <a:solidFill>
            <a:srgbClr val="1F2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 + Xenium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4-OHT on Post day 3  (calendar day 13)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377440"/>
          <a:ext cx="11185854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089"/>
                <a:gridCol w="8910765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Mice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TRAP2 × Ai14   ·   3 Active, 3 Passive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4-OHT after the last Post session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Seeking test (pump off), then tissue. ORBm + BMAp.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Panel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77 genes if we must cut. 168 if the add-on budget allows.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Why 77 vs 168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77 still IDs all 20 cell types + TRAP tag + backbone. 168 adds extra GPCRs.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Attached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FINAL_ordering_BMAp_ORBm_TRAP_HANSOL.xlsx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Confirm:  order this list  ·  n = 6 is enough for a cell-type map, not for a group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Causality  —  pick 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TRAP protein needs ~14 days. That is why A cannot silence the first Post. B and C do not wait on TRAP.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85853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780"/>
                <a:gridCol w="3182966"/>
                <a:gridCol w="3182966"/>
                <a:gridCol w="2910141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  TRAP + DREADD</a:t>
                      </a: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  GPCR ligand</a:t>
                      </a: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  Region DREADD</a:t>
                      </a:r>
                    </a:p>
                  </a:txBody>
                  <a:tcPr anchor="ctr" marL="73152" marR="73152" marT="36576" marB="36576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What we turn off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Cells tagged at Post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One receptor, whole brain or local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ORBm or BMAp cells, not the ensemble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18-day task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Unchanged, then rest, then test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Unchanged. Drug on the test day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Unchanged. No 4-OHT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Needs Xenium first?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No, but Xenium names the cell type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Yes — Xenium must name the GPCR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Surgery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Yes (AAV)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Yes (AAV)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 / region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16 (8 Active, 8 Passive)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same 16, no virus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Tests the tagged ensemble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 wait, no surgery, a real drug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Works even if TRAP tagging is weak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Cannot test during the first Post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Not ensemble-specific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Not ensemble-specific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Please tick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73152" marR="73152" marT="36576" marB="36576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2648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If A: recommended timeline is rest after day 18, then DCZ vs vehicle on the test days (not a second 18-day run; not extra morphine). Details in the long draft if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