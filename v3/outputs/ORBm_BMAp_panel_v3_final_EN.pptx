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The panel does four jobs - each needs its own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An earlier draft judged the GPCR candidates by whether morphine regulates them. That was the wrong test: this is a GPCR panel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1/4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60120"/>
          <a:ext cx="114300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566160"/>
                <a:gridCol w="2651760"/>
                <a:gridCol w="2926080"/>
              </a:tblGrid>
              <a:tr h="6583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right metric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 panel already has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This round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1. Cell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Specificity vs the panel in Allen WMB-10X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 separators +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unchanged - all 20 types still separable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2. Activity / TRAP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Established IEG set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Fos, Arc, Egr1, Junb, Npas4 ...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 Druggable GPCR map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ORB enrichment + Allen detectability + receptor-family gap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 GPCRs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ADD Chrm1, Grm8 (+ Rxfp1 free)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 Morphine-dependence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 breadth across the 12 ORBm anchors + detectability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nothing - this axis was missing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ADD Per2, Pcsk1, Arid5b, Vps13a, Camk2g (+3 free)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1148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Jobs 3 and 4 are independent. A receptor can earn a slot purely by showing where a druggable target sits, whether or not morphine moves it - Chrm1 is not a morphine DEG and still belongs on the panel.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Equally, a morphine-state gene does not need to be druggable. Judging either by the other's metric is what produced two conflicting drafts.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Job 3  |  which ORB-enriched GPCRs are worth a slot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Enrichment ranks them; Allen detectability decides which are usable in Xenium; family gaps break the tie.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2/4</a:t>
            </a:r>
          </a:p>
        </p:txBody>
      </p:sp>
      <p:pic>
        <p:nvPicPr>
          <p:cNvPr id="6" name="Picture 5" descr="v3f_gp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81" y="932688"/>
            <a:ext cx="8924933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184648"/>
            <a:ext cx="1143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Chrm1 (M1, Gq) and Grm8 (mGlu8, group III, Gi) are the only off-panel candidates verified above 50% detection - 92% and 99%, in 9 and 8 of the 12 anchors. Both also fill a real family gap: the panel's only muscarinic is Chrm2 (M2, Gi, opposite signalling) and its only mGlus are Grm1/Grm5 (group I, Gq).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Rxfp1 tops the enrichment ranking (19 subclasses) but is detected in only 34% of cells. It is free on the base panel, so it is worth taking anyway - just expect a sparse map. Mas1, Mchr1, Adra1a, Hrh3 and Gpr3 are either too sparse or unscored, so they are not proposed.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Job 4  |  the morphine-state 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New axis: within one L5 IT cell, is the dependence signature ON or OFF?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3/4</a:t>
            </a:r>
          </a:p>
        </p:txBody>
      </p:sp>
      <p:pic>
        <p:nvPicPr>
          <p:cNvPr id="6" name="Picture 5" descr="v3f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14" y="932688"/>
            <a:ext cx="10284067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001767"/>
            <a:ext cx="1143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Per2 (11/12) and Pcsk1 (9/12) are the two broadest genes in Jesse's whole dataset and both were missing. Lamp5 carries no DEG at all, so 11 is the ceiling - Per2 changes wherever anything changes.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Vps13a (7/12, 95% detection) and Camk2g (6/12 DOWN, 93%) are the strongest on detectability. Camk2g is the only DOWN gene, which shows the change is directional rather than a global lift. Arid5b is kept because it and Per2 are the only broad genes reaching interneurons (panel B) - its own detectability is unscored.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FINAL  |  11 genes added, 7 custom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158 -&gt; 169 genes = 48 free on base + 121 custom. Nothing added from Dan.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4/4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32688"/>
          <a:ext cx="11429999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371600"/>
                <a:gridCol w="914400"/>
                <a:gridCol w="8183879"/>
              </a:tblGrid>
              <a:tr h="3063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Gene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Per2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11/12 ORBm anchors Up, glut 8 / GABA 3. Broadest gene in Jesse's data.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Pcsk1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9/12 Up. Proenkephalin / POMC convertase.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Arid5b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8/12 Up, glut 6 / GABA 2. Only broad gene besides Per2 reaching interneurons.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Vps13a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7/12 Up AND 95% Allen detection - best measured on both axes.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Camk2g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6/12 DOWN, 93% detection. Only direction control in the set.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Bhlhe40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4/12 Up. Free on Xenium base.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Sema3e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3/12 Up. Free on base.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Gadd45a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morphine state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1/12 Up. Free on base.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Chrm1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GPCR map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M1 muscarinic (Gq). ORB-enriched in 8 subclasses, 92% detection, 9/12 anchors &gt;50%. Panel has only Chrm2 (M2, Gi) - op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Grm8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GPCR map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mGlu8, group III (Gi, presynaptic autoreceptor). Enriched in 9 subclasses, 99% detection, 8/12 anchors &gt;50%. Panel has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Rxfp1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GPCR map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Relaxin-family RXFP1. Highest ORB enrichment of all (19 subclasses) but only 34% detection. Free on base, so worth tak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70916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BLOCKING: custom slots go 114 -&gt; 121, against an original vendor cap of 100. This needs confirming before ordering.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If the cap is firm, drop in this order: Arid5b (detectability unscored, Per2 still covers GABA), then Camk2g (loses the direction control), then Grm8 (Chrm1 is the bigger family gap). Alternatively drop the weakest Dan genes - Gabre (spec 0.95, CEA-BST), Tspan18 (0.96, SI/LPO border), Syndig1l (1.32, CEA-BST) serve neighbours, not BMAp core.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Order sheet FINAL_Xenium_panel_ORBm_BMAp_MSGS111_v3_169genes.xlsx keeps MSGS111 formatting, column widths, frozen panes and every existing row byte-identical; rows were only appended.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