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C44536"/>
                </a:solidFill>
                <a:latin typeface="Calibri"/>
              </a:rPr>
              <a:t>Alternative 1  -  cut to the 100-gene custom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If 10x will not go above the 100-gene add-on limit, 19 genes come off. Nothing that identifies a cell population is touched.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SCENARIO  ·  what is discarded  |  1/2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D4E89"/>
                </a:solidFill>
                <a:latin typeface="Calibri"/>
              </a:rPr>
              <a:t>166 -&gt; 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shared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6B7C6A"/>
                </a:solidFill>
                <a:latin typeface="Calibri"/>
              </a:rPr>
              <a:t>119 -&gt;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custom probes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(now at the cap)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C44536"/>
                </a:solidFill>
                <a:latin typeface="Calibri"/>
              </a:rPr>
              <a:t>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 discarded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2A6F97"/>
                </a:solidFill>
                <a:latin typeface="Calibri"/>
              </a:rPr>
              <a:t>20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populations still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separable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194560"/>
            <a:ext cx="5650992" cy="1527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223113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A6F97"/>
                </a:solidFill>
                <a:latin typeface="Calibri"/>
              </a:rPr>
              <a:t>Dan: fails its own rule   (5)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4871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Dnah5   -   BMAp specificity 0.53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7157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Nos1   -   specificity 0.76, in 99.7% of cells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43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Gabre   -   0.95, peaks in CEA not BMAp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1729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Tspan18   -   0.96, peaks in SI/LPO border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4015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Syndig1l   -   1.32, peaks in CEA not BMAp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3831335"/>
            <a:ext cx="5650992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3867911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44536"/>
                </a:solidFill>
                <a:latin typeface="Calibri"/>
              </a:rPr>
              <a:t>Jesse: weakest of its set   (2)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123944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Gpr26   -   orphan receptor, no known ligand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352544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Per1   -   same clock axis as Per2, 63% of cells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4782312"/>
            <a:ext cx="5650992" cy="612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08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481888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8968"/>
                </a:solidFill>
                <a:latin typeface="Calibri"/>
              </a:rPr>
              <a:t>Finer distinction already covered   (1)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074920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Emx1   -   41%, Tbr1/Satb2 and Dlx1/Isl1 cover the axis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2194560"/>
            <a:ext cx="5650992" cy="17556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3" y="2231136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C6A"/>
                </a:solidFill>
                <a:latin typeface="Calibri"/>
              </a:rPr>
              <a:t>Too sparse to map   (6)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24871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Cx3cr1   -   15% of cells, microglia not a 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7157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Hcrtr1   -   16% of cells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29443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Ackr3   -   21% of cells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1729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Htr1a   -   28%, Htr1b and Htr2a cover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34015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Tacr3   -   30%, Tacr1 stays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630168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Galr1   -   36% of cells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44768" y="4059935"/>
            <a:ext cx="5650992" cy="1527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08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72783" y="4096511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8968"/>
                </a:solidFill>
                <a:latin typeface="Calibri"/>
              </a:rPr>
              <a:t>Redundant within family   (5)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4352544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Grin2b   -   3rd NMDA subunit, Grin1 and Grin2a stay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581144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Gria2   -   2nd AMPA subunit, Gria1 stays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4809744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Rbfox3   -   Snap25 gives the pan-neuronal call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5038344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Gabbr2   -   GABA-B partner, Gabbr1 binds baclofen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5266944"/>
            <a:ext cx="53400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Fosb   -   34%, five IEGs already on panel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" y="5541264"/>
            <a:ext cx="11430000" cy="749808"/>
          </a:xfrm>
          <a:prstGeom prst="roundRect">
            <a:avLst/>
          </a:prstGeom>
          <a:solidFill>
            <a:srgbClr val="EAF2F8"/>
          </a:solidFill>
          <a:ln w="1524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5614416"/>
            <a:ext cx="110642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What survives: all 54 custom cell-population separators, the morphine layer (Per2 11 of 12 populations, Pcsk1 9 of 12, Camk2g as the only DOWN gene), and the two receptor-family gaps we closed (Chrm1, Grm8). Cost is unchanged - this fits the existing quote.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2A6F97"/>
                </a:solidFill>
                <a:latin typeface="Calibri"/>
              </a:rPr>
              <a:t>Alternative 2  -  expand to 245 genes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If a standalone custom panel is affordable, every candidate with a documented basis comes back in. No cap applies, but there is no free base panel either.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SCENARIO  ·  what is added  |  2/2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D4E89"/>
                </a:solidFill>
                <a:latin typeface="Calibri"/>
              </a:rPr>
              <a:t>166 -&gt; 245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 on the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2A6F97"/>
                </a:solidFill>
                <a:latin typeface="Calibri"/>
              </a:rPr>
              <a:t>+79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genes added 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6B7C6A"/>
                </a:solidFill>
                <a:latin typeface="Calibri"/>
              </a:rPr>
              <a:t>no 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standalone custom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replaces the add-on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969264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005840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C44536"/>
                </a:solidFill>
                <a:latin typeface="Calibri"/>
              </a:rPr>
              <a:t>all designed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1481328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no free base panel: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all 245 are probes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194560"/>
            <a:ext cx="5632704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" y="2322576"/>
            <a:ext cx="566928" cy="310896"/>
          </a:xfrm>
          <a:prstGeom prst="round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322576"/>
            <a:ext cx="4718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44536"/>
                </a:solidFill>
                <a:latin typeface="Calibri"/>
              </a:rPr>
              <a:t>Broader morphine-dependence genes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706624"/>
            <a:ext cx="5358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DE in 4 or more of our 12 ORBm populations. Includes Arid5b (8 of 12, the only broad gene besides Per2 that reaches interneurons) and Vps13a (7 of 12 at 95% detection).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194560"/>
            <a:ext cx="5632704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72783" y="2322576"/>
            <a:ext cx="566928" cy="310896"/>
          </a:xfrm>
          <a:prstGeom prst="round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2322576"/>
            <a:ext cx="4718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A6F97"/>
                </a:solidFill>
                <a:latin typeface="Calibri"/>
              </a:rPr>
              <a:t>More ORB-enriched receptors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706624"/>
            <a:ext cx="5358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Enriched in 8 or more PL-ILA-ORB subclasses. Includes Chrm3 (11 subclasses, wider than Chrm1), Mas1, Mchr1, Adra1a, Hrh3. Detectability is unscored for several of these.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3675887"/>
            <a:ext cx="5632704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064" y="3803903"/>
            <a:ext cx="566928" cy="310896"/>
          </a:xfrm>
          <a:prstGeom prst="roundRect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803903"/>
            <a:ext cx="4718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7C6A"/>
                </a:solidFill>
                <a:latin typeface="Calibri"/>
              </a:rPr>
              <a:t>Berg &amp; Scherrer genes below the cutoff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187952"/>
            <a:ext cx="5358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Specificity 0.4 to 1.0 - they do not beat an existing panel gene, but they add BMAp depth when slots are not scarce. Includes Sfrp1, Glipr1, Vdr, Mgp.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3675887"/>
            <a:ext cx="5632704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08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72783" y="3803903"/>
            <a:ext cx="566928" cy="310896"/>
          </a:xfrm>
          <a:prstGeom prst="round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3803903"/>
            <a:ext cx="4718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8968"/>
                </a:solidFill>
                <a:latin typeface="Calibri"/>
              </a:rPr>
              <a:t>Extra L5 IT separators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4187952"/>
            <a:ext cx="5358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L5 IT has only one exclusive gene (Bdnf). These close the two remaining gaps against the adjacent IT layers: Sema5a covers both, Rai14 gives the widest margin.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5230368"/>
            <a:ext cx="11430000" cy="1060704"/>
          </a:xfrm>
          <a:prstGeom prst="roundRect">
            <a:avLst/>
          </a:prstGeom>
          <a:solidFill>
            <a:srgbClr val="F4F1EA"/>
          </a:solidFill>
          <a:ln w="1524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303520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D4E89"/>
                </a:solidFill>
                <a:latin typeface="Calibri"/>
              </a:rPr>
              <a:t>The trade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559552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 standalone custom panel has no 100-gene cap, but it replaces the pre-designed panel, so the 47 genes we currently get free become paid probes. 245 genes sits in a band above 101; the 301-480 band (part 1000647) lists near $21,000 for 4 reactions, which is more panel than we need - the 101-300 band is the number to ask the rep for. Several additions also have unscored detectability, so some maps will be sparse.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