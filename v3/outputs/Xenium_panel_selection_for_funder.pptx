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D4E89"/>
                </a:solidFill>
                <a:latin typeface="Calibri"/>
              </a:rPr>
              <a:t>How the gene panel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852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The instrument reads a fixed number of genes per tissue section, so every slot has to be earned. Four rules decided which genes earned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5B6472"/>
                </a:solidFill>
                <a:latin typeface="Calibri"/>
              </a:rPr>
              <a:t>Spatial gene panel for orbitofrontal cortex and basomedial amygdala  |  1/3</a:t>
            </a:r>
          </a:p>
        </p:txBody>
      </p:sp>
      <p:pic>
        <p:nvPicPr>
          <p:cNvPr id="6" name="Picture 5" descr="F1_selectio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91" y="1005840"/>
            <a:ext cx="1146471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D4E89"/>
                </a:solidFill>
                <a:latin typeface="Calibri"/>
              </a:rPr>
              <a:t>The same four rules, applied to real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852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Each rule is a measurement with a threshold, so any gene's inclusion can be re-checked by someone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5B6472"/>
                </a:solidFill>
                <a:latin typeface="Calibri"/>
              </a:rPr>
              <a:t>Spatial gene panel for orbitofrontal cortex and basomedial amygdala  |  2/3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3063240"/>
                <a:gridCol w="2880360"/>
                <a:gridCol w="2880360"/>
              </a:tblGrid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The measurement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Example ACCEPTED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Example REJECTED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1.  Identifies the cell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How much more specific it is than</a:t>
                      </a:r>
                    </a:p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genes the panel already carries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Col23a1  -  3.7x more specific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Sfrp1  -  0.9x, no better than</a:t>
                      </a:r>
                    </a:p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what we already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2.  Druggable receptor we</a:t>
                      </a:r>
                    </a:p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     cannot already see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Regional enrichment plus receptor-</a:t>
                      </a:r>
                    </a:p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family coverage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Chrm1  -  M1 receptor; we could</a:t>
                      </a:r>
                    </a:p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only see M2 before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Gpr26  -  no known drug binds it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3.  Reports the morphine-</a:t>
                      </a:r>
                    </a:p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     dependent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How many of the 12 target cell types</a:t>
                      </a:r>
                    </a:p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change their 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Per2  -  changes in 11 of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Nr4a3  -  only 5 of 12 once</a:t>
                      </a:r>
                    </a:p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restricted to our regions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4.  The instrument will detect it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Fraction of cells expressing it in the</a:t>
                      </a:r>
                    </a:p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reference atlas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Vps13a  -  present in 95% of cells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Mchr1  -  only 32%, too faint</a:t>
                      </a:r>
                    </a:p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to map reliably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8006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Two consequences worth noting. A gene can pass one rule and still be turned down: the three most regionally enriched receptors were all dropped for being too faint to image.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And the rules are independent. A receptor earns its slot by showing where a drug target sits, whether or not morphine changes it - so one panel serves the pharmacology aim and the addiction aim at the same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D4E89"/>
                </a:solidFill>
                <a:latin typeface="Calibri"/>
              </a:rPr>
              <a:t>The final panel, and what it will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852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168 genes read simultaneously in two brain regions of the same animal, on one tissue section.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5B6472"/>
                </a:solidFill>
                <a:latin typeface="Calibri"/>
              </a:rPr>
              <a:t>Spatial gene panel for orbitofrontal cortex and basomedial amygdala  |  3/3</a:t>
            </a:r>
          </a:p>
        </p:txBody>
      </p:sp>
      <p:pic>
        <p:nvPicPr>
          <p:cNvPr id="6" name="Picture 5" descr="F2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047" y="960120"/>
            <a:ext cx="9669600" cy="36118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18304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32104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 the panel answers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Which cell is this?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20 cell types across the two regions remain individually identifiable.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Where are the drug targets?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 receptors mapped in place, including four newly added: M1 muscarinic, group-III glutamate, relaxin, one orphan.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Was this cell recently active?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Activity and plasticity genes report which cells fired during the behaviour.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Is this cell in a dependent state?</a:t>
                      </a:r>
                    </a:p>
                  </a:txBody>
                  <a:tcPr>
                    <a:solidFill>
                      <a:srgbClr val="F7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New capability: separates dependence-positive from dependence-negative cells of the SAME type.</a:t>
                      </a:r>
                    </a:p>
                  </a:txBody>
                  <a:tcPr>
                    <a:solidFill>
                      <a:srgbClr val="F7EA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