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How the gene panel was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Xenium reads a fixed gene list. We kept a gene only if it names one of the 20 cell types, or reports morphine, circadian, or receptor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1/5</a:t>
            </a:r>
          </a:p>
        </p:txBody>
      </p:sp>
      <p:pic>
        <p:nvPicPr>
          <p:cNvPr id="5" name="Picture 4" descr="s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914400"/>
            <a:ext cx="11521440" cy="4901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Why a gene is in - and why a similar one is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Each rule is a measurement with a cutoff. For every rule there is a gene that passed and a comparable gene that did not, so the line is visible rather than asserted.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2/5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32688"/>
            <a:ext cx="5641848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" y="1042416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042416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Does it identify one of the 20 cell types?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08176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Must be high in that type and low in the other 19, or in its closest neighbour.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92224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Prox1   +50pp for 073 Sox6 GABA vs 074 Lhx6 Sp9 GABA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084832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Sstr4    1.4% of cells - an empty map, cannot call any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932688"/>
            <a:ext cx="5641848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59" y="1042416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078992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042416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A6F97"/>
                </a:solidFill>
                <a:latin typeface="Calibri"/>
              </a:rPr>
              <a:t>Does it split a type into a sub-type?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08176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Rare overall is fine if one sub-population is high and its siblings are not.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792224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St18    8.8% overall, 95% of one 194-cell sub-type (+66pp)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84832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Gpr63   2.7% of cells and 1.5pp gap - rare and uninformative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60320"/>
            <a:ext cx="5641848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2670048"/>
            <a:ext cx="310896" cy="310896"/>
          </a:xfrm>
          <a:prstGeom prst="ellipse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06624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670048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C44536"/>
                </a:solidFill>
                <a:latin typeface="Calibri"/>
              </a:rPr>
              <a:t>Does it report morphine or circadian state?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035808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Jesse's 5-day morphine DEGs in ORBm. Circadian genes are from that list.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19856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Per2    up in 13 of Jesse's ORBm clusters; circadian + morphine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712463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Clock   97% of every type, 8pp gap - no contrast, Npas2 does this job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2560320"/>
            <a:ext cx="5641848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59" y="2670048"/>
            <a:ext cx="310896" cy="310896"/>
          </a:xfrm>
          <a:prstGeom prst="ellipse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2706624"/>
            <a:ext cx="3017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2670048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6B7C6A"/>
                </a:solidFill>
                <a:latin typeface="Calibri"/>
              </a:rPr>
              <a:t>Will the instrument actually detect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035808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State genes must be present in enough cells to read a level.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19856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7C6A"/>
                </a:solidFill>
                <a:latin typeface="Calibri"/>
              </a:rPr>
              <a:t>IN     Grm8    99% of cells; also +31pp at a sub-population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12463"/>
            <a:ext cx="53675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44536"/>
                </a:solidFill>
                <a:latin typeface="Calibri"/>
              </a:rPr>
              <a:t>OUT   Mas1    most ORB-enriched receptor in the donor list, but 45% of cells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315968"/>
            <a:ext cx="11457432" cy="1993392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4398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D4E89"/>
                </a:solidFill>
                <a:latin typeface="Calibri"/>
              </a:rPr>
              <a:t>The basic requirement this forces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773168"/>
            <a:ext cx="54406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ORBm = 12 Allen cell types. BMAp = 8. That is 20, and a panel that cannot call all 20 is not finished.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073 Sox6 GABA has no second gene unique versus all 19 others. It is still called: Prox1 / Sox6 / Lhx6 / Sp9 / Chn2 / Dlx1. Held-out recall 0.98.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773168"/>
            <a:ext cx="54406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Circadian genes are circadian genes, from Jesse's ORBm morphine data.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On the panel: Per1, Per2, Cry2, Arntl, Npas2, Nr1d1, Nr1d2, Rora, Bhlhe40, Bhlhe41, Hlf, Nfil3, Id2, Ep300, Ppargc1a. Clock itself is out (no contrast).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Final panel  -  259 genes, one section, two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One shared Xenium panel read from the same mouse. All 20 target cell populations remain separable.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3/5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 populations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still separable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86 / 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sub-populations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 + 8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populations in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ORBm  +  BMAp</a:t>
            </a:r>
          </a:p>
        </p:txBody>
      </p:sp>
      <p:pic>
        <p:nvPicPr>
          <p:cNvPr id="17" name="Picture 16" descr="s3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21408"/>
            <a:ext cx="6446520" cy="29993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139696"/>
            <a:ext cx="4617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D4E89"/>
                </a:solidFill>
                <a:latin typeface="Calibri"/>
              </a:rPr>
              <a:t>What each cell will tell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15184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80360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Which of the 20 populations it is - cortical layer, interneuron class, or amygdala subtype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502152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A6F97"/>
                </a:solidFill>
                <a:latin typeface="Calibri"/>
              </a:rP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67328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Whether it was recently active - Fos and Arc, plus the TRAP2 genetic 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38912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Circadian / morphine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65429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Jesse ORBm state: Per2, Per1, Nr1d1 and the circadian gene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527608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Receptors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541264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Which GPCRs sit on it - opioid, monoamine, muscarinic, peptide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05332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44536"/>
                </a:solidFill>
                <a:latin typeface="Calibri"/>
              </a:rPr>
              <a:t>The last row is the new capability: inside one of the 20 types, separate cells that were TRAP-active during morphine seeking from those that were not, and ask which receptors differ.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The 20 cell types we have to tell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12 in orbitofrontal cortex (ORBm), 8 in basomedial amygdala (BMAp). Every line is one type. The coloured gene is how that type is named.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4/5</a:t>
            </a:r>
          </a:p>
        </p:txBody>
      </p:sp>
      <p:pic>
        <p:nvPicPr>
          <p:cNvPr id="5" name="Picture 4" descr="s4_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96112"/>
            <a:ext cx="11430000" cy="4668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D4E89"/>
                </a:solidFill>
                <a:latin typeface="Calibri"/>
              </a:rPr>
              <a:t>The list rests on a full re-analysis of the reference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No gene was taken on a paper's word. Every candidate was re-scored in Allen WMB-10X, restricted to these two regions.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6539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ORBm + BMAp custom Xenium panel  |  Allen WMB-10X  | 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226,886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single cells scored in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the two target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5264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32,245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genes re-scored,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not a shortlist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cell types called,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the basic requirement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914400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960120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0.948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435607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held-out accuracy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across the 20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39696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185415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660903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documented sources,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9 with a DOI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2139696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185415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A6F97"/>
                </a:solidFill>
                <a:latin typeface="Calibri"/>
              </a:rPr>
              <a:t>280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660903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GPCRs swept,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35 kept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139696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185415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86 / 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660903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sub-populations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resolved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2139696"/>
            <a:ext cx="2697480" cy="1024128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185415"/>
            <a:ext cx="247802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660903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circadian genes,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from Jesse, not a name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401568"/>
            <a:ext cx="11457432" cy="2907792"/>
          </a:xfrm>
          <a:prstGeom prst="roundRect">
            <a:avLst>
              <a:gd name="adj" fmla="val 6000"/>
            </a:avLst>
          </a:prstGeom>
          <a:solidFill>
            <a:srgbClr val="F4F1EA"/>
          </a:solidFill>
          <a:ln w="15875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547872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4E89"/>
                </a:solidFill>
                <a:latin typeface="Calibri"/>
              </a:rPr>
              <a:t>What that analysis produced, in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950208"/>
            <a:ext cx="5440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1.   Restrict to the 20 types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12 ORBm + 8 BMAp. Nothing is scored as a whole-brain average.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2.   Per-type marker ranking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Unique versus the other 19, and versus the closest neighbour.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3.   Circadian + morphine from Jesse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Clock genes that are DE in PL-ILA-ORB after 5-day morphine, plus the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PER:CRY and ROR/REV-ERB limbs those DEGs need to be readable.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50208"/>
            <a:ext cx="5440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4.   Receptor layer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35 GPCRs, each with where it sits among the 20 and whether a drug exists.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5.   Drop what cannot be seen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Empty maps (Sstr4 1%) and no-contrast genes (Clock, Syt1).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6.   Held-out check on the 20 types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0.948 balanced accuracy. 073 Sox6 GABA recall 0.98. L5 IT and L6b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      grade into their neighbour - that is cortex, not a missing marker.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