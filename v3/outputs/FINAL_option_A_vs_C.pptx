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Total genes measured, by route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genes I chose and justified</c:v>
                </c:pt>
              </c:strCache>
            </c:strRef>
          </c:tx>
          <c:spPr>
            <a:solidFill>
              <a:srgbClr val="1D4E89"/>
            </a:solidFill>
          </c:spPr>
          <c:cat>
            <c:strRef>
              <c:f>Sheet1!$A$2:$A$3</c:f>
              <c:strCache>
                <c:ptCount val="2"/>
                <c:pt idx="0">
                  <c:v>Option A
add-on route</c:v>
                </c:pt>
                <c:pt idx="1">
                  <c:v>Option C
standalone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</c:v>
                </c:pt>
                <c:pt idx="1">
                  <c:v>245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base-panel genes included free</c:v>
                </c:pt>
              </c:strCache>
            </c:strRef>
          </c:tx>
          <c:spPr>
            <a:solidFill>
              <a:srgbClr val="B8B2A8"/>
            </a:solidFill>
          </c:spPr>
          <c:cat>
            <c:strRef>
              <c:f>Sheet1!$A$2:$A$3</c:f>
              <c:strCache>
                <c:ptCount val="2"/>
                <c:pt idx="0">
                  <c:v>Option A
add-on route</c:v>
                </c:pt>
                <c:pt idx="1">
                  <c:v>Option C
standalone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201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Option A  -  367 genes via the add-on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standard Mouse Brain panel is included, so its 248 genes are all measured and only the extra probes are paid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final options  |  1/2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367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measured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per tissue section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6B7C6A"/>
                </a:solidFill>
                <a:latin typeface="Calibri"/>
              </a:rPr>
              <a:t>248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from the Mouse Brain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base panel, included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custom probes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I designed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19 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the 100-gene add-on cap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- needs trimming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139696"/>
            <a:ext cx="5632704" cy="21396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2311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What this buys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54203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All 248 base-panel genes are measured whether or not I used them in the design, so the section reports 367 genes in total.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166 of those are genes I specifically justified: 47 taken from the base panel plus 119 custom probes.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All 20 target cell populations remain individually identifiable.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139696"/>
            <a:ext cx="5632704" cy="21396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2311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The one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54203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10x caps a custom add-on at 100 genes by design, not by price. This version needs 119, so it is 19 over.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Trimming 19 genes gives 348 measured genes and fits the quote I already have. Each removed gene failed the rule that admitted it, and no cell-population marker is touched.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425696"/>
            <a:ext cx="11430000" cy="1865376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5171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Cost - no change to the existing quote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28032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Mouse Brain panel $483 after discount, plus the Add-on Custom 51-100 (part 1000651) at $2,825 after a 50% discount - $3,308 for the panel, inside a $14,438 order.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Everything else on the quote - decoding consumables, slides, reagents, the cell segmentation kit - is unaffected by which panel option is chosen.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Option C  -  245 genes via a standalone custom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Every candidate that passed my analysis, with no cap - but the base panel is no longer included, which cuts the total gene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final options  |  2/2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measured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per tissue section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base-panel genes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- none included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all of them genes I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chose and justified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987552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B08968"/>
                </a:solidFill>
                <a:latin typeface="Calibri"/>
              </a:rPr>
              <a:t>~2x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7218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the panel cost,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with 50% discount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39696"/>
          <a:ext cx="5669280" cy="29626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81344" y="2139696"/>
            <a:ext cx="5632704" cy="296265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2311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Read this before deciding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578608"/>
            <a:ext cx="530352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Paying about twice as much measures FEWER genes, not more: 245 against 348 on the trimmed add-on version.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standalone panel replaces the pre-designed panel, so the 248 base-panel genes stop coming along for free and all 245 become probes I design and pay for.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What it does buy is 98 more genes that I specifically chose - broader morphine-response genes, more ORB-enriched receptors, extra amygdala markers and two more L5 IT separators.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Several of those additions have unscored detectability, so some will map sparsely.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230368"/>
            <a:ext cx="11430000" cy="1060704"/>
          </a:xfrm>
          <a:prstGeom prst="roundRect">
            <a:avLst/>
          </a:prstGeom>
          <a:solidFill>
            <a:srgbClr val="F4F1EA"/>
          </a:solidFill>
          <a:ln w="1524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30352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Cost, at the 50%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9612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Standalone Custom 101-300 (part 1000648) lists at roughly $11,214 on the same basis as my current quote; at 50% that is about $5,607. The base-panel line ($483) drops out, so the panel goes from $3,308 to about $5,607 - an increase of roughly $2,299. My recommendation is the trimmed add-on version unless the 98 extra curated genes are worth measuring 103 fewer genes overall.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