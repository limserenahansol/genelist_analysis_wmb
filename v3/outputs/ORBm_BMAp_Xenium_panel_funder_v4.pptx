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Xenium reads a fixed set of genes per section, so every slot has to be earned. Four public and internal sources went in; four measured rules decided what came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1/5</a:t>
            </a:r>
          </a:p>
        </p:txBody>
      </p:sp>
      <p:pic>
        <p:nvPicPr>
          <p:cNvPr id="5" name="Picture 4" descr="s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32688"/>
            <a:ext cx="11823192" cy="5030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Why a gene is in - and a similar one is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Every rule is a measurement with a cutoff. For each one there is a gene that passed and a comparable gene that did not, so the line is visible rather than asserted.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2/5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56418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" y="1042416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04241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Does it identify the cell population?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08176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Gap in percent of cells positive, against the 19 neighbouring populations.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92224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Ccbe1    74% of L2/3 cells, +54pp over any other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03120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Sstr4     1.4% of cells and no separation anywhere - an empty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932688"/>
            <a:ext cx="56418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59" y="1042416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078992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04241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A6F97"/>
                </a:solidFill>
                <a:latin typeface="Calibri"/>
              </a:rPr>
              <a:t>Does it split a population into sub-types?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08176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A gene can be rare overall and still decisive inside one sub-population.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792224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St18      only 8.8% of cells, but 95% of one 194-cell sub-type (+66pp)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103120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Gpr63    2.7% of cells, 1.5pp gap - rare and uninformative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615184"/>
            <a:ext cx="56418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2724912"/>
            <a:ext cx="310896" cy="310896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724912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090672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State genes report a level, so they must be present in enough cells to read.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74720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Grm8      99% of cells, and +31pp at a sub-population as a 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785615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Mas1      most ORB-enriched receptor in the donor data, but 45% of cells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2615184"/>
            <a:ext cx="56418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59" y="2724912"/>
            <a:ext cx="310896" cy="31089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2761488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724912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Is a gene already on the panel doing this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090672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Redundant paralogues cost optical capacity and return no extra information.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74720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Gria1     the AMPA subunit that traffics in opioid plasticity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85615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Syt1       100% of cells in all 20 populations, 0.0pp gap - no contrast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70832"/>
            <a:ext cx="11457432" cy="1938528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988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The two exceptions, both deliberate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846320"/>
            <a:ext cx="5440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Immediate-early genes are exempt from rule 3. The reference atlas is resting tissue, so a low resting number is the expected result, not a defect - induction is what the experiment measures.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Npas4 sits at 34% of cells in the atlas and stays on the panel for exactly that reason.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46320"/>
            <a:ext cx="5440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Glia get 5 probes, not more, and that number was tested rather than assumed. 28% of the section is non-neuronal, but a held-out test on 188,849 cells put neuron-vs-glia accuracy at 0.9998 both with and without glial probes: a glial cell is already negative for the 40 pan-neuronal genes on the panel. The 5 probes are there to NAME each population, one each, not to find them.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Two probes were kept knowingly below the detection bar on request: Htr1a at 28% of cells and Nfil3 at 20%.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Final panel  -  259 genes, one section, two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One shared panel, read from the same mouse. Each cell returns four layers of information at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3/5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0.948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balanced accuracy calling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the 20 populations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86 / 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sub-populations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pic>
        <p:nvPicPr>
          <p:cNvPr id="17" name="Picture 16" descr="s3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21408"/>
            <a:ext cx="6446520" cy="29993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139696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15184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80360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Which of the 20 populations it is, and which sub-type inside it - cortical layer, interneuron class, amygdala subtype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502152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67328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Whether it was active during the POST window - the TRAP2 tdTomato tag, plus Fos, Arc and 12 more IEGs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38912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654296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Whether it carries the morphine-dependence signature - Per2, Per1, Nr1d1 and the rest of the clock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27608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541264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Which druggable receptors sit on it - opioid, monoamine, muscarinic, metabotropic, peptide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44536"/>
                </a:solidFill>
                <a:latin typeface="Calibri"/>
              </a:rPr>
              <a:t>The capability this buys: inside one cortical cell type, separate the cells that were active during morphine seeking from those that were not - then ask which receptors differ.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The populations the panel has to tell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Targets come from the Allen Brain Cell Atlas taxonomy: 12 populations in orbitofrontal cortex, 8 in basomedial amygdala, and the sub-types inside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4/5</a:t>
            </a:r>
          </a:p>
        </p:txBody>
      </p:sp>
      <p:pic>
        <p:nvPicPr>
          <p:cNvPr id="5" name="Picture 4" descr="s4_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96112"/>
            <a:ext cx="11430000" cy="4682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88736"/>
            <a:ext cx="114300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Marker counts are a proxy, so the panel was tested directly: a classifier using only these genes, on 125,313 held-out cells over 3 seeds, reaches 0.948 balanced accuracy across the 20 populations, 18 of them above 0.90 recall.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073 MEA-BST Sox6 Gaba, the one population with a single marker, scores 0.982 - the count was misleading. The two that fall short, 005 L5 IT and 029 L6b, are graded into their neighbours: tripling the gene set moves them by 0.01-0.02, so this is cortical biology rather than a missing probe.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What was removed, and what the evidence rests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panel got smaller on purpose. A 318-gene draft was cut to 259 without losing a single cell population or sub-population.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32,245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re-scored,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not a shortlist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226,886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ORBm and BMAp cells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in the reference atlas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cut from the draft,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each with a written reason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documented sources,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9 with a DOI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39696"/>
            <a:ext cx="564184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267712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What came off the 318-gene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34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4536"/>
                </a:solidFill>
                <a:latin typeface="Calibri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651760"/>
            <a:ext cx="4709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another marker already covered that population or sub-type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08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4536"/>
                </a:solidFill>
                <a:latin typeface="Calibri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127248"/>
            <a:ext cx="4709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no contrast: ~100% of cells in all 20 populations, under 12pp of separation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5844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4536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602736"/>
            <a:ext cx="4709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too rarely detected to produce a usable 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2139696"/>
            <a:ext cx="564184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267712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What the numbers are measured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6334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6F97"/>
                </a:solidFill>
                <a:latin typeface="Calibri"/>
              </a:rPr>
              <a:t>Allen WMB-10X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642615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single-cell expression for ORBm and BMAp only, so every number describes these two regions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14553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6F97"/>
                </a:solidFill>
                <a:latin typeface="Calibri"/>
              </a:rPr>
              <a:t>Jesse Niehaus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154679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5-day escalating-morphine DESeq2 in PL-ILA-ORB - source of the circadian module and the state genes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576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6F97"/>
                </a:solidFill>
                <a:latin typeface="Calibri"/>
              </a:rPr>
              <a:t>Berg GSE283418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666744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amygdala spatial panel, used to check the BMAp markers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70832"/>
            <a:ext cx="11457432" cy="19385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988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Why the result should be trusted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882896"/>
            <a:ext cx="5440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caps were written down before the panel was assembled, so the size is a consequence of the rules rather than a target that was aimed at.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Every gene carries its measured detection and separation numbers in the delivered workbook, and every removal carries a one-line reason.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82896"/>
            <a:ext cx="5440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draft and the final panel were scored with identical code, so the comparison is like for like: 318 genes to 259, with sub-population coverage going from 73 to 74 of 86 rather than down.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Remaining limitation: detection is measured on dissociated single-cell data, which predicts relative detectability, not Xenium's absolute sensitivity.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