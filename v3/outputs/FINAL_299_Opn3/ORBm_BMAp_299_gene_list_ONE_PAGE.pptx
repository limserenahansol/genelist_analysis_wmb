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9ce05d75084fa8" /><Relationship Type="http://schemas.openxmlformats.org/officeDocument/2006/relationships/extended-properties" Target="/docProps/app.xml" Id="R0c3fd1954cff4b76" /><Relationship Type="http://schemas.openxmlformats.org/officeDocument/2006/relationships/officeDocument" Target="/ppt/presentation.xml" Id="R676dd78a05134e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6689ad8a574d79"/>
  </p:sldMasterIdLst>
  <p:notesMasterIdLst>
    <p:notesMasterId xmlns:r="http://schemas.openxmlformats.org/officeDocument/2006/relationships" r:id="Re017e3bfb5614a64"/>
  </p:notesMasterIdLst>
  <p:sldIdLst>
    <p:sldId xmlns:r="http://schemas.openxmlformats.org/officeDocument/2006/relationships" id="256" r:id="R78492e467c354cc7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25cbdc8fa4451a" /><Relationship Type="http://schemas.openxmlformats.org/officeDocument/2006/relationships/slideMaster" Target="/ppt/slideMasters/slideMaster1.xml" Id="R166689ad8a574d79" /><Relationship Type="http://schemas.openxmlformats.org/officeDocument/2006/relationships/notesMaster" Target="/ppt/notesMasters/notesMaster1.xml" Id="Re017e3bfb5614a64" /><Relationship Type="http://schemas.openxmlformats.org/officeDocument/2006/relationships/presProps" Target="/ppt/presProps.xml" Id="Ra029dfc94dd34221" /><Relationship Type="http://schemas.openxmlformats.org/officeDocument/2006/relationships/viewProps" Target="/ppt/viewProps.xml" Id="R0a14b3bfc64a494e" /><Relationship Type="http://schemas.openxmlformats.org/officeDocument/2006/relationships/tableStyles" Target="/ppt/tableStyles.xml" Id="Re4ab72ceacd24343" /><Relationship Type="http://schemas.openxmlformats.org/officeDocument/2006/relationships/slide" Target="/ppt/slides/slide1.xml" Id="R78492e467c354c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2afb7feecc42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9c9d969ff44285" /><Relationship Type="http://schemas.openxmlformats.org/officeDocument/2006/relationships/notesMaster" Target="/ppt/notesMasters/notesMaster1.xml" Id="R4dc366180fff47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6a328e0374d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f79bc560f44c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7def10345a48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1d0bd288f46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5759e93ed46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eee6ac2ba4b7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92a4335bf485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8bc7de9ed40b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05c694070424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4d8517142403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686ca67a742c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F02B51-6E22-4987-A4D6-ACB7A1D83F9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4949DDE-3B0F-4EDB-8C92-72042597D73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F802908-78A9-4A9C-A6D3-38BBFFEF22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C14CF5-9F42-4BFD-BEE4-DF54AEB926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E70861-35CA-4F77-89C8-4C050009B6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F6407A-23E6-45B1-8E44-9A11379F8F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0508290-07E8-43A1-9A61-DC93776FD2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A1F9DB-E4A4-4FF7-AAE9-2AD0C0C09D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AAA962-77AF-44E4-B67C-1AF87DB394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5AD3B1-3C94-4E40-A7A5-06026565DF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BA2B05-85C2-4894-8C9E-284DC5975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28081CB-9635-47B2-BA30-1AE17F3807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55E309-FD11-4785-AAC6-12E8448D10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39DDE0E-BC97-4244-8EE9-0E509B9568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A3A148-BC26-4AE9-87AC-1685C1296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29FA91-0973-4895-9556-F218BE461D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39A1897-0B12-4F21-899F-4923B8BF74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66D8920-E455-46F7-AD2A-2291345CD17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E110AB1-A2AD-471A-BF1B-08831927DF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44C260E-2A24-4B87-8398-638BCA5120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9DAFDE0-1E96-4859-9740-8BA241CD26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8AD4A2-9A44-442A-AD0D-DCEC5E0424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5CE251-B35E-4BC2-BA7B-27FBFF2AC4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3A6F7D2-6571-4008-AC81-F1071506983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E786EDE-9751-4F5B-9E2D-006D9B379C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8673D71-CE59-4EB9-BBA4-9B732D1DBCD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6FC6557-182D-44D3-A793-CFF79D0254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146C14F-33A9-4EDE-BC1F-1F26E76063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7953B74-5ED6-485A-A825-14DF7F124F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F96432-8205-4574-8C29-06DE6EFF0A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451F0AA-666E-4070-801A-E82B08C7BF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AA33526-DA38-41F1-BC69-331D700353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E699B2C-CB69-44A4-BC87-7628260EBB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C1DC4E1-A4AF-4B7D-9238-502E2B9A85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BF9E5-4884-45A7-AB9F-EEBA0F4759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C5D9A14-A450-4E5C-9FC6-C58F4C1EA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5176F0-10ED-461A-861A-511E72DDC2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17AE106-85DC-4FB0-B8F7-C6378788AE4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8EE9EBB-37E3-4F22-A3B5-7215AF074D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83BDDEE-0BB1-4363-9A04-A13B4F7958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9D60919-9694-4504-AF5F-2197E81CA6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393E9BC-79D0-41FA-94C9-C979D88CFC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BAB0D0-1869-4C4B-94B2-BA43CA20BB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8EDACC9-6331-4B29-A65A-7C9CC5CDBB4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480C73E-45B2-4D20-B2C8-4266BDE5450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143D014-E0CD-4129-B5CB-5F9B201A67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D5C9F19-EDEF-4E0B-9642-437190B54A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454B79C-CC3A-4B7B-826E-6A0160C1B4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3E6222-CEC2-426E-8191-2D6FE2C725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2A15BD8-9DAF-4E46-BE59-6ECA09B6D2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AF3DFF-9A28-493C-9F55-0D718F805F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0A5C05-1AF2-49CC-994D-DFD76DF693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F58EAF-D3EA-4D41-AC58-FF68245531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A61257D-9CAB-43A4-834E-7AD89780D5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EC83E87-1A72-4000-B3D3-EC707FDEB5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09FED16-9FE9-4373-A1A8-7323505EDC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1A43DF-1C14-4AEF-8B5A-053BE956B3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34BC1B-4D8D-4E04-BFD2-181123DC79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9eab57e86a4eeb" /><Relationship Type="http://schemas.openxmlformats.org/officeDocument/2006/relationships/slideLayout" Target="/ppt/slideLayouts/slideLayout1.xml" Id="R296e2f2ccddb4bb9" /><Relationship Type="http://schemas.openxmlformats.org/officeDocument/2006/relationships/slideLayout" Target="/ppt/slideLayouts/slideLayout2.xml" Id="Rfa9af89be3184239" /><Relationship Type="http://schemas.openxmlformats.org/officeDocument/2006/relationships/slideLayout" Target="/ppt/slideLayouts/slideLayout3.xml" Id="R700cd9e5fc944738" /><Relationship Type="http://schemas.openxmlformats.org/officeDocument/2006/relationships/slideLayout" Target="/ppt/slideLayouts/slideLayout4.xml" Id="R9c13a4ec294147cf" /><Relationship Type="http://schemas.openxmlformats.org/officeDocument/2006/relationships/slideLayout" Target="/ppt/slideLayouts/slideLayout5.xml" Id="R283f4ed481f249f4" /><Relationship Type="http://schemas.openxmlformats.org/officeDocument/2006/relationships/slideLayout" Target="/ppt/slideLayouts/slideLayout6.xml" Id="Rc9ba07d99c3941ab" /><Relationship Type="http://schemas.openxmlformats.org/officeDocument/2006/relationships/slideLayout" Target="/ppt/slideLayouts/slideLayout7.xml" Id="R6c97816b412d47ad" /><Relationship Type="http://schemas.openxmlformats.org/officeDocument/2006/relationships/slideLayout" Target="/ppt/slideLayouts/slideLayout8.xml" Id="Re4c6c3c4e760416c" /><Relationship Type="http://schemas.openxmlformats.org/officeDocument/2006/relationships/slideLayout" Target="/ppt/slideLayouts/slideLayout9.xml" Id="R08007bfd4aad4f32" /><Relationship Type="http://schemas.openxmlformats.org/officeDocument/2006/relationships/slideLayout" Target="/ppt/slideLayouts/slideLayout10.xml" Id="R9c80c0541f904b49" /><Relationship Type="http://schemas.openxmlformats.org/officeDocument/2006/relationships/slideLayout" Target="/ppt/slideLayouts/slideLayout11.xml" Id="R86ae052e5f814b4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884B13F-4C57-45A0-9C88-73AA556A11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988E969-BBF4-48CE-B0A9-1A6058C857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2651CA-AEBD-4E37-B99A-B78F79432F3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C417EA-FB05-45A8-ACDF-1801C385EAB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A79C2A-0181-4239-A953-2F142ABCBD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6e2f2ccddb4bb9"/>
    <p:sldLayoutId xmlns:r="http://schemas.openxmlformats.org/officeDocument/2006/relationships" id="2147483650" r:id="Rfa9af89be3184239"/>
    <p:sldLayoutId xmlns:r="http://schemas.openxmlformats.org/officeDocument/2006/relationships" id="2147483651" r:id="R700cd9e5fc944738"/>
    <p:sldLayoutId xmlns:r="http://schemas.openxmlformats.org/officeDocument/2006/relationships" id="2147483652" r:id="R9c13a4ec294147cf"/>
    <p:sldLayoutId xmlns:r="http://schemas.openxmlformats.org/officeDocument/2006/relationships" id="2147483653" r:id="R283f4ed481f249f4"/>
    <p:sldLayoutId xmlns:r="http://schemas.openxmlformats.org/officeDocument/2006/relationships" id="2147483654" r:id="Rc9ba07d99c3941ab"/>
    <p:sldLayoutId xmlns:r="http://schemas.openxmlformats.org/officeDocument/2006/relationships" id="2147483655" r:id="R6c97816b412d47ad"/>
    <p:sldLayoutId xmlns:r="http://schemas.openxmlformats.org/officeDocument/2006/relationships" id="2147483656" r:id="Re4c6c3c4e760416c"/>
    <p:sldLayoutId xmlns:r="http://schemas.openxmlformats.org/officeDocument/2006/relationships" id="2147483657" r:id="R08007bfd4aad4f32"/>
    <p:sldLayoutId xmlns:r="http://schemas.openxmlformats.org/officeDocument/2006/relationships" id="2147483658" r:id="R9c80c0541f904b49"/>
    <p:sldLayoutId xmlns:r="http://schemas.openxmlformats.org/officeDocument/2006/relationships" id="2147483659" r:id="R86ae052e5f814b4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25375e5d1f482f" /><Relationship Type="http://schemas.openxmlformats.org/officeDocument/2006/relationships/notesSlide" Target="/ppt/notesSlides/notesSlide1.xml" Id="R3d36a90032eb41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FD1DFD2-FF21-418D-B6D9-AB8DFD1F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146304"/>
            <a:ext cx="11521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ORBm + BMAp Xenium panel  -  all </a:t>
            </a:r>
            <a:r>
              <a:rPr sz="19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299</a:t>
            </a:r>
            <a:r>
              <a:rPr sz="1900" b="1">
                <a:solidFill>
                  <a:srgbClr val="1D4E89"/>
                </a:solidFill>
                <a:latin typeface="Calibri"/>
                <a:ea typeface="Calibri"/>
                <a:cs typeface="Calibri"/>
              </a:rPr>
              <a:t> genes to order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A201BA3-BD59-4836-BB17-42793432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457200"/>
            <a:ext cx="11521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One shared standalone custom panel, both regions on the same slide. Grouped by what each gene is for. Full evidence per gene is in SHARED_PANEL_ORDER of the accompanying Excel.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3D4D81-7E7F-4D49-88F4-8B861B53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800100"/>
            <a:ext cx="133959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6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48F9914-99D0-452D-BCD1-434BC87E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797356"/>
            <a:ext cx="126644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Genetic-tag reporters  (2)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B82FC47-00BE-4814-8379-C6CC83E5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92171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iCre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451E29F-DF67-4B33-ADFD-4FA2C4D5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105704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tdTomato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BA7C2E5-EBA3-49AC-91D3-C8EBAE9B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1341424"/>
            <a:ext cx="133959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C3F6BDB-3043-4AA3-A6A0-969A045E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1338681"/>
            <a:ext cx="126644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Cell identity, subtype and region  (135)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7369924-4468-422D-BB5E-9D8D17B2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146304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Adam19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103D8A6-23D0-4B62-B0E8-8AE63BBD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159837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Adamts17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A21209B-CE73-4375-A2F4-6D7B29EB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173370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Aqp4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11D1203-7C36-4D41-A062-B3A9A977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186903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Arhgap31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990F57D-F137-4C8B-8C36-DBC5D7C4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200436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Baiap3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CEF474D-8441-496B-9C7C-C736CD75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213969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Bdnf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CF74505-56F0-41ED-A7CE-9B531406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227502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Blnk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C518C4D-54E6-45FE-8B27-C394968E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241035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Bmp3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D6792FB-74A2-4950-8754-0AB81401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254568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Calb1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C8D779D-AF09-4FF2-8110-0BF44301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268102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Calb2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9B5A29D-50AE-451C-965E-A4CA03D6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281635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Calcrl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BD9C2E6-9DC2-44D1-B873-ECDCB0B3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295168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Cartpt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3A1C39C-13F2-4492-B3A9-73823B0C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08701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Cbln1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476D072-6219-4151-BBE1-6AF32FBE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22234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Cbln4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1E3A111-6397-464E-B47F-D536AD91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35767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Ccbe1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FD34C1F-402A-4D8C-9E4F-1F79D1A1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49300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Ccdc42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C058F09-B307-4412-A961-5FBEC413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62833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Cck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8ED92E8-A274-4449-A364-F487B575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76367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Ccn2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0D20F99D-2ADB-425B-A709-E641613A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89900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Cd24a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E15C4FE-240C-4354-B16E-75703DD5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03433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Chat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617AAD2-6706-476D-AE77-BB067EEC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16966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Chn2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9D3C530F-4DC3-4EF5-BE0B-FF06E1FF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30499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Cnih3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816455C-4191-4D8A-805E-0D9C53D3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44032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Coch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45263E3-50AE-453C-9C27-87BA0DED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57565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Col23a1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C9A93B9-F583-496C-95F5-D665A0D0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71098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Crh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EA67757-B880-4456-BCB4-1ED83FA5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84632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Crispld2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A038B97-735D-445D-BF04-2334134A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498165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Cux2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6EDC0968-C478-4E1E-92AB-0E11EADC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511698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Dab2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07CB1A7E-C20B-4417-8018-AE5F3FE8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525231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Dio3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5873C1B2-D4E8-446C-85C6-12CF3DA5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538764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Drd1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AF7D198-9392-41F5-8B33-A5AECC1E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552297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Ebf1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753BC993-99BF-47A0-9DA5-C31276CE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565830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Elfn1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5430D0C6-C595-4384-9DAC-A6884606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579363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Esr1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021AAB8A-24EA-45AF-AF59-F1D95932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592896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Fbn2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FD6119B7-387F-48AB-9B50-E82AF939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06430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Fezf1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0811BECF-FBD9-4AD8-8E47-0E5938AD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19963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Foxp2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AFD43445-0B1F-4778-9DE5-8D2CF1AD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78638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Frem3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AE923D63-21AD-4588-A43E-79A2384A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92171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Gad1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F8E6D242-00B5-4BDE-80C8-49A84964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105704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Gad2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2D74127D-BA5E-4A61-8D79-FACA2B44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119237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Gfra1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6AF22655-AC21-4A63-B583-5DEA8426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132770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Gpr149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691F2CE9-7AE1-40CE-A95E-58BB1016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146304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Hhip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EF6A14B9-BAA9-4032-B227-534B6D2F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159837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Hpse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11A5482-EBC7-4DBD-B537-906E9B3D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173370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Htr2c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E52DBD27-8D1D-45FD-8FB5-9D2EF58E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186903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Krt9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6B3511E-2C28-45F8-9230-EA36F7C8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200436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Lamb3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E74702EB-F84C-4E75-B3A8-6E7C2946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213969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Lamp5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37D2F7F3-0C66-4D43-803A-BE68F31A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227502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Lhx6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4878799B-B7DE-4B89-930E-CDBFC31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241035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Lhx9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E62DB25-B95C-4230-8CF0-5C5F9C55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254568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Lin7a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C37ED471-371D-4BE0-B51C-B78C2850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268102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Lratd2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012FF8AE-500B-44BD-AAC7-DE08900B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281635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Lypd1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DA63F30C-E9E7-424E-9F0A-36424CD0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295168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Maf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B7E1D74-667B-4008-BBBC-8F58F135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308701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Man2a1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2F72971A-FD19-4D3F-9427-CBA80E72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322234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Masp1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4FB8FD37-A875-40CA-946E-1E0633C3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335767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Matn2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89CCC12B-167D-4938-96AA-8845E61B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349300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Mbp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27710BE6-9689-4655-B0F7-6D004962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362833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Mpped1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14B0987A-4A58-4CB3-BEAC-04FECF63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376367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Myo1b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982C9BF9-A8A0-4ABC-B48A-91F76DBE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389900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Nckap5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B7726971-6DA5-4002-9EB4-BAA143C5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403433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Ndnf</a:t>
            </a: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37C55F64-6C5A-4ABF-A4DD-53B6BBEB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416966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Ndst3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848A0C20-8279-492A-8C69-75730E4C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430499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Neurod2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69668643-AB91-4DFA-B3E8-5F8A3048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444032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Nfib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BD712C8E-967B-4056-B199-75490B7F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457565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Nos1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D561954E-4AEE-4F8E-B93D-251E92DB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471098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Npr3</a:t>
            </a: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C4CC4851-8597-4C03-B78F-DDE7E170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484632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Nptx2</a:t>
            </a:r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D764D71A-917E-4948-A214-BEE56990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498165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Npy</a:t>
            </a: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667D5D6A-3330-4652-9315-3CF02F19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511698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Nr2e1</a:t>
            </a:r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E307BFEB-35EB-417A-8FB8-74575FCF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525231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Nts</a:t>
            </a: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B80C158B-6A27-41D4-BEA4-9126936B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538764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Nxph4</a:t>
            </a:r>
          </a:p>
        </p:txBody>
      </p: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33097FD8-6868-49E8-BB10-AE758062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552297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Oprk1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F908F4A4-AEA8-46A3-8851-6AEBD240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565830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Oprl1</a:t>
            </a:r>
          </a:p>
        </p:txBody>
      </p:sp>
      <p:sp>
        <p:nvSpPr>
          <p:cNvPr id="83" name="TextBox 82">
            <a:extLst xmlns:a="http://schemas.openxmlformats.org/drawingml/2006/main">
              <a:ext uri="{FF2B5EF4-FFF2-40B4-BE49-F238E27FC236}">
                <a16:creationId xmlns:a16="http://schemas.microsoft.com/office/drawing/2014/main" id="{659BC3FC-05E6-46D7-8F1C-31064726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579363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Otof</a:t>
            </a: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30DB21F1-9BF7-4EB3-8247-13A840C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592896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Otp</a:t>
            </a:r>
          </a:p>
        </p:txBody>
      </p:sp>
      <p:sp>
        <p:nvSpPr>
          <p:cNvPr id="85" name="TextBox 84">
            <a:extLst xmlns:a="http://schemas.openxmlformats.org/drawingml/2006/main">
              <a:ext uri="{FF2B5EF4-FFF2-40B4-BE49-F238E27FC236}">
                <a16:creationId xmlns:a16="http://schemas.microsoft.com/office/drawing/2014/main" id="{7768BB82-71BF-4880-A409-CFB7427D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606430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Pdyn</a:t>
            </a: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E21E2F33-239C-4AEF-890B-84E092E1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508" y="619963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Penk</a:t>
            </a:r>
          </a:p>
        </p:txBody>
      </p:sp>
      <p:sp>
        <p:nvSpPr>
          <p:cNvPr id="87" name="TextBox 86">
            <a:extLst xmlns:a="http://schemas.openxmlformats.org/drawingml/2006/main">
              <a:ext uri="{FF2B5EF4-FFF2-40B4-BE49-F238E27FC236}">
                <a16:creationId xmlns:a16="http://schemas.microsoft.com/office/drawing/2014/main" id="{D7F30C93-F13C-4376-B45D-73A33CB3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78638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Plce1</a:t>
            </a: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EE69F1C9-A97E-49F1-9EDC-4C682FB2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92171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Plcl1</a:t>
            </a:r>
          </a:p>
        </p:txBody>
      </p:sp>
      <p:sp>
        <p:nvSpPr>
          <p:cNvPr id="89" name="TextBox 88">
            <a:extLst xmlns:a="http://schemas.openxmlformats.org/drawingml/2006/main">
              <a:ext uri="{FF2B5EF4-FFF2-40B4-BE49-F238E27FC236}">
                <a16:creationId xmlns:a16="http://schemas.microsoft.com/office/drawing/2014/main" id="{5B68A3ED-8D35-4D93-956D-DF2DE2EB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05704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Pld5</a:t>
            </a: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F81B2549-272B-437D-9B86-6D7F018F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19237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Plpp4</a:t>
            </a:r>
          </a:p>
        </p:txBody>
      </p:sp>
      <p:sp>
        <p:nvSpPr>
          <p:cNvPr id="91" name="TextBox 90">
            <a:extLst xmlns:a="http://schemas.openxmlformats.org/drawingml/2006/main">
              <a:ext uri="{FF2B5EF4-FFF2-40B4-BE49-F238E27FC236}">
                <a16:creationId xmlns:a16="http://schemas.microsoft.com/office/drawing/2014/main" id="{43EBEECF-0685-4BD2-9346-244AD0EE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32770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Pnoc</a:t>
            </a:r>
          </a:p>
        </p:txBody>
      </p:sp>
      <p:sp>
        <p:nvSpPr>
          <p:cNvPr id="92" name="TextBox 91">
            <a:extLst xmlns:a="http://schemas.openxmlformats.org/drawingml/2006/main">
              <a:ext uri="{FF2B5EF4-FFF2-40B4-BE49-F238E27FC236}">
                <a16:creationId xmlns:a16="http://schemas.microsoft.com/office/drawing/2014/main" id="{09070850-3B2F-4742-ACE2-55F9715E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46304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Pou3f1</a:t>
            </a:r>
          </a:p>
        </p:txBody>
      </p:sp>
      <p:sp>
        <p:nvSpPr>
          <p:cNvPr id="93" name="TextBox 92">
            <a:extLst xmlns:a="http://schemas.openxmlformats.org/drawingml/2006/main">
              <a:ext uri="{FF2B5EF4-FFF2-40B4-BE49-F238E27FC236}">
                <a16:creationId xmlns:a16="http://schemas.microsoft.com/office/drawing/2014/main" id="{220B7695-2F22-4302-BFF7-DCC42156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59837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Prox1</a:t>
            </a:r>
          </a:p>
        </p:txBody>
      </p:sp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701F0E15-7D1A-4A10-8B99-5D2B1214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73370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Ptpru</a:t>
            </a:r>
          </a:p>
        </p:txBody>
      </p:sp>
      <p:sp>
        <p:nvSpPr>
          <p:cNvPr id="95" name="TextBox 94">
            <a:extLst xmlns:a="http://schemas.openxmlformats.org/drawingml/2006/main">
              <a:ext uri="{FF2B5EF4-FFF2-40B4-BE49-F238E27FC236}">
                <a16:creationId xmlns:a16="http://schemas.microsoft.com/office/drawing/2014/main" id="{F85FAF89-358D-406E-B84B-845822DD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186903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Pvalb</a:t>
            </a:r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32E15D48-FB03-440B-BAC2-6D459AB8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200436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Pvt1</a:t>
            </a:r>
          </a:p>
        </p:txBody>
      </p:sp>
      <p:sp>
        <p:nvSpPr>
          <p:cNvPr id="97" name="TextBox 96">
            <a:extLst xmlns:a="http://schemas.openxmlformats.org/drawingml/2006/main">
              <a:ext uri="{FF2B5EF4-FFF2-40B4-BE49-F238E27FC236}">
                <a16:creationId xmlns:a16="http://schemas.microsoft.com/office/drawing/2014/main" id="{14AD9047-D146-42C1-97FD-1C336EBB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213969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Rai14</a:t>
            </a:r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C79FFF0B-5CAE-4B6D-8C53-9C8FA1CC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227502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Rbfox3</a:t>
            </a:r>
          </a:p>
        </p:txBody>
      </p:sp>
      <p:sp>
        <p:nvSpPr>
          <p:cNvPr id="99" name="TextBox 98">
            <a:extLst xmlns:a="http://schemas.openxmlformats.org/drawingml/2006/main">
              <a:ext uri="{FF2B5EF4-FFF2-40B4-BE49-F238E27FC236}">
                <a16:creationId xmlns:a16="http://schemas.microsoft.com/office/drawing/2014/main" id="{B066BC28-BE01-4682-B1A1-7CF3FDE0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241035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Rbms3</a:t>
            </a:r>
          </a:p>
        </p:txBody>
      </p:sp>
      <p:sp>
        <p:nvSpPr>
          <p:cNvPr id="100" name="TextBox 99">
            <a:extLst xmlns:a="http://schemas.openxmlformats.org/drawingml/2006/main">
              <a:ext uri="{FF2B5EF4-FFF2-40B4-BE49-F238E27FC236}">
                <a16:creationId xmlns:a16="http://schemas.microsoft.com/office/drawing/2014/main" id="{A9A85850-01BA-4459-8892-B64DE143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254568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Rbp4</a:t>
            </a:r>
          </a:p>
        </p:txBody>
      </p:sp>
      <p:sp>
        <p:nvSpPr>
          <p:cNvPr id="101" name="TextBox 100">
            <a:extLst xmlns:a="http://schemas.openxmlformats.org/drawingml/2006/main">
              <a:ext uri="{FF2B5EF4-FFF2-40B4-BE49-F238E27FC236}">
                <a16:creationId xmlns:a16="http://schemas.microsoft.com/office/drawing/2014/main" id="{BB7BF5D7-070B-40A6-AFD7-7ADEFD07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268102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Rgs9</a:t>
            </a:r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6E369A49-9696-4CF5-97CD-0374DB0A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281635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Rorb</a:t>
            </a:r>
          </a:p>
        </p:txBody>
      </p:sp>
      <p:sp>
        <p:nvSpPr>
          <p:cNvPr id="103" name="TextBox 102">
            <a:extLst xmlns:a="http://schemas.openxmlformats.org/drawingml/2006/main">
              <a:ext uri="{FF2B5EF4-FFF2-40B4-BE49-F238E27FC236}">
                <a16:creationId xmlns:a16="http://schemas.microsoft.com/office/drawing/2014/main" id="{BFBD0119-CFBA-4952-B850-A247413D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295168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Rprm</a:t>
            </a:r>
          </a:p>
        </p:txBody>
      </p:sp>
      <p:sp>
        <p:nvSpPr>
          <p:cNvPr id="104" name="TextBox 103">
            <a:extLst xmlns:a="http://schemas.openxmlformats.org/drawingml/2006/main">
              <a:ext uri="{FF2B5EF4-FFF2-40B4-BE49-F238E27FC236}">
                <a16:creationId xmlns:a16="http://schemas.microsoft.com/office/drawing/2014/main" id="{052DE08A-D7E3-4DED-98A6-FE8219CC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308701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Rspo2</a:t>
            </a:r>
          </a:p>
        </p:txBody>
      </p:sp>
      <p:sp>
        <p:nvSpPr>
          <p:cNvPr id="105" name="TextBox 104">
            <a:extLst xmlns:a="http://schemas.openxmlformats.org/drawingml/2006/main">
              <a:ext uri="{FF2B5EF4-FFF2-40B4-BE49-F238E27FC236}">
                <a16:creationId xmlns:a16="http://schemas.microsoft.com/office/drawing/2014/main" id="{416C4D19-9067-4443-BA83-94EE055F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322234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Rspo3</a:t>
            </a:r>
          </a:p>
        </p:txBody>
      </p:sp>
      <p:sp>
        <p:nvSpPr>
          <p:cNvPr id="106" name="TextBox 105">
            <a:extLst xmlns:a="http://schemas.openxmlformats.org/drawingml/2006/main">
              <a:ext uri="{FF2B5EF4-FFF2-40B4-BE49-F238E27FC236}">
                <a16:creationId xmlns:a16="http://schemas.microsoft.com/office/drawing/2014/main" id="{045E5C57-D565-496E-8CA8-BCB71678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335767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Rxfp1</a:t>
            </a:r>
          </a:p>
        </p:txBody>
      </p:sp>
      <p:sp>
        <p:nvSpPr>
          <p:cNvPr id="107" name="TextBox 106">
            <a:extLst xmlns:a="http://schemas.openxmlformats.org/drawingml/2006/main">
              <a:ext uri="{FF2B5EF4-FFF2-40B4-BE49-F238E27FC236}">
                <a16:creationId xmlns:a16="http://schemas.microsoft.com/office/drawing/2014/main" id="{21BC7C55-CB99-4B84-B32A-E3E1D433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349300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Scn5a</a:t>
            </a:r>
          </a:p>
        </p:txBody>
      </p:sp>
      <p:sp>
        <p:nvSpPr>
          <p:cNvPr id="108" name="TextBox 107">
            <a:extLst xmlns:a="http://schemas.openxmlformats.org/drawingml/2006/main">
              <a:ext uri="{FF2B5EF4-FFF2-40B4-BE49-F238E27FC236}">
                <a16:creationId xmlns:a16="http://schemas.microsoft.com/office/drawing/2014/main" id="{14CE2AC5-DFEE-49A1-AA63-7A99247B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362833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Sema5a</a:t>
            </a:r>
          </a:p>
        </p:txBody>
      </p:sp>
      <p:sp>
        <p:nvSpPr>
          <p:cNvPr id="109" name="TextBox 108">
            <a:extLst xmlns:a="http://schemas.openxmlformats.org/drawingml/2006/main">
              <a:ext uri="{FF2B5EF4-FFF2-40B4-BE49-F238E27FC236}">
                <a16:creationId xmlns:a16="http://schemas.microsoft.com/office/drawing/2014/main" id="{A178C5FA-12CE-4B9B-8B59-BC7096F0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376367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Sema5b</a:t>
            </a:r>
          </a:p>
        </p:txBody>
      </p:sp>
      <p:sp>
        <p:nvSpPr>
          <p:cNvPr id="110" name="TextBox 109">
            <a:extLst xmlns:a="http://schemas.openxmlformats.org/drawingml/2006/main">
              <a:ext uri="{FF2B5EF4-FFF2-40B4-BE49-F238E27FC236}">
                <a16:creationId xmlns:a16="http://schemas.microsoft.com/office/drawing/2014/main" id="{B4FFA9E9-7159-4373-99D3-7C7815EE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389900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Siglech</a:t>
            </a:r>
          </a:p>
        </p:txBody>
      </p:sp>
      <p:sp>
        <p:nvSpPr>
          <p:cNvPr id="111" name="TextBox 110">
            <a:extLst xmlns:a="http://schemas.openxmlformats.org/drawingml/2006/main">
              <a:ext uri="{FF2B5EF4-FFF2-40B4-BE49-F238E27FC236}">
                <a16:creationId xmlns:a16="http://schemas.microsoft.com/office/drawing/2014/main" id="{7A0AD41D-8E00-4553-99DF-E96784DE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403433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Sim1</a:t>
            </a:r>
          </a:p>
        </p:txBody>
      </p:sp>
      <p:sp>
        <p:nvSpPr>
          <p:cNvPr id="112" name="TextBox 111">
            <a:extLst xmlns:a="http://schemas.openxmlformats.org/drawingml/2006/main">
              <a:ext uri="{FF2B5EF4-FFF2-40B4-BE49-F238E27FC236}">
                <a16:creationId xmlns:a16="http://schemas.microsoft.com/office/drawing/2014/main" id="{00543D5B-33A6-413F-89C1-01E7C2E2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416966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Skor1</a:t>
            </a:r>
          </a:p>
        </p:txBody>
      </p:sp>
      <p:sp>
        <p:nvSpPr>
          <p:cNvPr id="113" name="TextBox 112">
            <a:extLst xmlns:a="http://schemas.openxmlformats.org/drawingml/2006/main">
              <a:ext uri="{FF2B5EF4-FFF2-40B4-BE49-F238E27FC236}">
                <a16:creationId xmlns:a16="http://schemas.microsoft.com/office/drawing/2014/main" id="{BB8C44A8-6A77-4BF1-AC87-F04012FC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430499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Slc17a6</a:t>
            </a:r>
          </a:p>
        </p:txBody>
      </p:sp>
      <p:sp>
        <p:nvSpPr>
          <p:cNvPr id="114" name="TextBox 113">
            <a:extLst xmlns:a="http://schemas.openxmlformats.org/drawingml/2006/main">
              <a:ext uri="{FF2B5EF4-FFF2-40B4-BE49-F238E27FC236}">
                <a16:creationId xmlns:a16="http://schemas.microsoft.com/office/drawing/2014/main" id="{279AC244-A572-469C-B7D2-9C5F7057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444032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Slc17a7</a:t>
            </a:r>
          </a:p>
        </p:txBody>
      </p:sp>
      <p:sp>
        <p:nvSpPr>
          <p:cNvPr id="115" name="TextBox 114">
            <a:extLst xmlns:a="http://schemas.openxmlformats.org/drawingml/2006/main">
              <a:ext uri="{FF2B5EF4-FFF2-40B4-BE49-F238E27FC236}">
                <a16:creationId xmlns:a16="http://schemas.microsoft.com/office/drawing/2014/main" id="{FC816072-8D5F-41E5-BFBB-F1F8A6A9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457565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Slc1a2</a:t>
            </a:r>
          </a:p>
        </p:txBody>
      </p:sp>
      <p:sp>
        <p:nvSpPr>
          <p:cNvPr id="116" name="TextBox 115">
            <a:extLst xmlns:a="http://schemas.openxmlformats.org/drawingml/2006/main">
              <a:ext uri="{FF2B5EF4-FFF2-40B4-BE49-F238E27FC236}">
                <a16:creationId xmlns:a16="http://schemas.microsoft.com/office/drawing/2014/main" id="{092E05C3-5717-4EF0-8CB6-981BB46C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471098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Slc29a4</a:t>
            </a:r>
          </a:p>
        </p:txBody>
      </p:sp>
      <p:sp>
        <p:nvSpPr>
          <p:cNvPr id="117" name="TextBox 116">
            <a:extLst xmlns:a="http://schemas.openxmlformats.org/drawingml/2006/main">
              <a:ext uri="{FF2B5EF4-FFF2-40B4-BE49-F238E27FC236}">
                <a16:creationId xmlns:a16="http://schemas.microsoft.com/office/drawing/2014/main" id="{5240EF84-3255-4167-AECA-CE10FEAB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484632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Slc30a3</a:t>
            </a:r>
          </a:p>
        </p:txBody>
      </p:sp>
      <p:sp>
        <p:nvSpPr>
          <p:cNvPr id="118" name="TextBox 117">
            <a:extLst xmlns:a="http://schemas.openxmlformats.org/drawingml/2006/main">
              <a:ext uri="{FF2B5EF4-FFF2-40B4-BE49-F238E27FC236}">
                <a16:creationId xmlns:a16="http://schemas.microsoft.com/office/drawing/2014/main" id="{F999E3AC-0B6D-4FBD-84A7-D0202B49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498165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Slc32a1</a:t>
            </a:r>
          </a:p>
        </p:txBody>
      </p:sp>
      <p:sp>
        <p:nvSpPr>
          <p:cNvPr id="119" name="TextBox 118">
            <a:extLst xmlns:a="http://schemas.openxmlformats.org/drawingml/2006/main">
              <a:ext uri="{FF2B5EF4-FFF2-40B4-BE49-F238E27FC236}">
                <a16:creationId xmlns:a16="http://schemas.microsoft.com/office/drawing/2014/main" id="{5E2AA469-03E2-4322-9AB5-42895C3C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511698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Slc5a7</a:t>
            </a:r>
          </a:p>
        </p:txBody>
      </p:sp>
      <p:sp>
        <p:nvSpPr>
          <p:cNvPr id="120" name="TextBox 119">
            <a:extLst xmlns:a="http://schemas.openxmlformats.org/drawingml/2006/main">
              <a:ext uri="{FF2B5EF4-FFF2-40B4-BE49-F238E27FC236}">
                <a16:creationId xmlns:a16="http://schemas.microsoft.com/office/drawing/2014/main" id="{16F7519A-ED6E-4F53-AA67-341620CE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525231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Slc6a1</a:t>
            </a:r>
          </a:p>
        </p:txBody>
      </p:sp>
      <p:sp>
        <p:nvSpPr>
          <p:cNvPr id="121" name="TextBox 120">
            <a:extLst xmlns:a="http://schemas.openxmlformats.org/drawingml/2006/main">
              <a:ext uri="{FF2B5EF4-FFF2-40B4-BE49-F238E27FC236}">
                <a16:creationId xmlns:a16="http://schemas.microsoft.com/office/drawing/2014/main" id="{154C56DC-C94F-4BEB-AC19-644FB3B7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538764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Slc6a3</a:t>
            </a:r>
          </a:p>
        </p:txBody>
      </p:sp>
      <p:sp>
        <p:nvSpPr>
          <p:cNvPr id="122" name="TextBox 121">
            <a:extLst xmlns:a="http://schemas.openxmlformats.org/drawingml/2006/main">
              <a:ext uri="{FF2B5EF4-FFF2-40B4-BE49-F238E27FC236}">
                <a16:creationId xmlns:a16="http://schemas.microsoft.com/office/drawing/2014/main" id="{C4D4B9D8-9946-4965-B3C6-0F776DFA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552297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Smoc2</a:t>
            </a:r>
          </a:p>
        </p:txBody>
      </p:sp>
      <p:sp>
        <p:nvSpPr>
          <p:cNvPr id="123" name="TextBox 122">
            <a:extLst xmlns:a="http://schemas.openxmlformats.org/drawingml/2006/main">
              <a:ext uri="{FF2B5EF4-FFF2-40B4-BE49-F238E27FC236}">
                <a16:creationId xmlns:a16="http://schemas.microsoft.com/office/drawing/2014/main" id="{48F9B5A0-524B-4659-AD5F-EBAF60B1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565830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Snap25</a:t>
            </a:r>
          </a:p>
        </p:txBody>
      </p:sp>
      <p:sp>
        <p:nvSpPr>
          <p:cNvPr id="124" name="TextBox 123">
            <a:extLst xmlns:a="http://schemas.openxmlformats.org/drawingml/2006/main">
              <a:ext uri="{FF2B5EF4-FFF2-40B4-BE49-F238E27FC236}">
                <a16:creationId xmlns:a16="http://schemas.microsoft.com/office/drawing/2014/main" id="{14D9D50D-35D8-42FC-A0FD-B03F291C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579363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Sox5</a:t>
            </a:r>
          </a:p>
        </p:txBody>
      </p:sp>
      <p:sp>
        <p:nvSpPr>
          <p:cNvPr id="125" name="TextBox 124">
            <a:extLst xmlns:a="http://schemas.openxmlformats.org/drawingml/2006/main">
              <a:ext uri="{FF2B5EF4-FFF2-40B4-BE49-F238E27FC236}">
                <a16:creationId xmlns:a16="http://schemas.microsoft.com/office/drawing/2014/main" id="{FFDA1334-FAE1-4ACE-B5F6-8E4FC101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592896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Sox6</a:t>
            </a:r>
          </a:p>
        </p:txBody>
      </p:sp>
      <p:sp>
        <p:nvSpPr>
          <p:cNvPr id="126" name="TextBox 125">
            <a:extLst xmlns:a="http://schemas.openxmlformats.org/drawingml/2006/main">
              <a:ext uri="{FF2B5EF4-FFF2-40B4-BE49-F238E27FC236}">
                <a16:creationId xmlns:a16="http://schemas.microsoft.com/office/drawing/2014/main" id="{7AE4C7D5-6E29-4835-BE2C-12BEDA14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606430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Sp9</a:t>
            </a:r>
          </a:p>
        </p:txBody>
      </p:sp>
      <p:sp>
        <p:nvSpPr>
          <p:cNvPr id="127" name="TextBox 126">
            <a:extLst xmlns:a="http://schemas.openxmlformats.org/drawingml/2006/main">
              <a:ext uri="{FF2B5EF4-FFF2-40B4-BE49-F238E27FC236}">
                <a16:creationId xmlns:a16="http://schemas.microsoft.com/office/drawing/2014/main" id="{06221120-2662-4F67-B5F8-4CEE9329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619963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Spon1</a:t>
            </a:r>
          </a:p>
        </p:txBody>
      </p:sp>
      <p:sp>
        <p:nvSpPr>
          <p:cNvPr id="128" name="TextBox 127">
            <a:extLst xmlns:a="http://schemas.openxmlformats.org/drawingml/2006/main">
              <a:ext uri="{FF2B5EF4-FFF2-40B4-BE49-F238E27FC236}">
                <a16:creationId xmlns:a16="http://schemas.microsoft.com/office/drawing/2014/main" id="{A510D43C-2ACC-4E7B-8E8D-230B595F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78638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Sst</a:t>
            </a:r>
          </a:p>
        </p:txBody>
      </p:sp>
      <p:sp>
        <p:nvSpPr>
          <p:cNvPr id="129" name="TextBox 128">
            <a:extLst xmlns:a="http://schemas.openxmlformats.org/drawingml/2006/main">
              <a:ext uri="{FF2B5EF4-FFF2-40B4-BE49-F238E27FC236}">
                <a16:creationId xmlns:a16="http://schemas.microsoft.com/office/drawing/2014/main" id="{EADE4E77-522D-4702-BE40-F88D4238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92171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Sulf1</a:t>
            </a:r>
          </a:p>
        </p:txBody>
      </p:sp>
      <p:sp>
        <p:nvSpPr>
          <p:cNvPr id="130" name="TextBox 129">
            <a:extLst xmlns:a="http://schemas.openxmlformats.org/drawingml/2006/main">
              <a:ext uri="{FF2B5EF4-FFF2-40B4-BE49-F238E27FC236}">
                <a16:creationId xmlns:a16="http://schemas.microsoft.com/office/drawing/2014/main" id="{7FF61EB0-467F-45FF-8226-3C0EFC20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105704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Synpr</a:t>
            </a:r>
          </a:p>
        </p:txBody>
      </p:sp>
      <p:sp>
        <p:nvSpPr>
          <p:cNvPr id="131" name="TextBox 130">
            <a:extLst xmlns:a="http://schemas.openxmlformats.org/drawingml/2006/main">
              <a:ext uri="{FF2B5EF4-FFF2-40B4-BE49-F238E27FC236}">
                <a16:creationId xmlns:a16="http://schemas.microsoft.com/office/drawing/2014/main" id="{98A6597C-5F2F-4650-993A-2782D1C4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119237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Syt1</a:t>
            </a:r>
          </a:p>
        </p:txBody>
      </p:sp>
      <p:sp>
        <p:nvSpPr>
          <p:cNvPr id="132" name="TextBox 131">
            <a:extLst xmlns:a="http://schemas.openxmlformats.org/drawingml/2006/main">
              <a:ext uri="{FF2B5EF4-FFF2-40B4-BE49-F238E27FC236}">
                <a16:creationId xmlns:a16="http://schemas.microsoft.com/office/drawing/2014/main" id="{249C094A-2DEF-442A-BF01-1E57DAFD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132770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Syt6</a:t>
            </a:r>
          </a:p>
        </p:txBody>
      </p:sp>
      <p:sp>
        <p:nvSpPr>
          <p:cNvPr id="133" name="TextBox 132">
            <a:extLst xmlns:a="http://schemas.openxmlformats.org/drawingml/2006/main">
              <a:ext uri="{FF2B5EF4-FFF2-40B4-BE49-F238E27FC236}">
                <a16:creationId xmlns:a16="http://schemas.microsoft.com/office/drawing/2014/main" id="{B62B3AC1-61AA-499A-9FE6-EF43D65F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146304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Tac1</a:t>
            </a:r>
          </a:p>
        </p:txBody>
      </p:sp>
      <p:sp>
        <p:nvSpPr>
          <p:cNvPr id="134" name="TextBox 133">
            <a:extLst xmlns:a="http://schemas.openxmlformats.org/drawingml/2006/main">
              <a:ext uri="{FF2B5EF4-FFF2-40B4-BE49-F238E27FC236}">
                <a16:creationId xmlns:a16="http://schemas.microsoft.com/office/drawing/2014/main" id="{F5F9FEE9-E987-4C55-BBB4-FA965AC0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159837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Tac2</a:t>
            </a:r>
          </a:p>
        </p:txBody>
      </p:sp>
      <p:sp>
        <p:nvSpPr>
          <p:cNvPr id="135" name="TextBox 134">
            <a:extLst xmlns:a="http://schemas.openxmlformats.org/drawingml/2006/main">
              <a:ext uri="{FF2B5EF4-FFF2-40B4-BE49-F238E27FC236}">
                <a16:creationId xmlns:a16="http://schemas.microsoft.com/office/drawing/2014/main" id="{93676686-51F7-4D58-B593-0795ADD6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173370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Tcf7l2</a:t>
            </a:r>
          </a:p>
        </p:txBody>
      </p:sp>
      <p:sp>
        <p:nvSpPr>
          <p:cNvPr id="136" name="TextBox 135">
            <a:extLst xmlns:a="http://schemas.openxmlformats.org/drawingml/2006/main">
              <a:ext uri="{FF2B5EF4-FFF2-40B4-BE49-F238E27FC236}">
                <a16:creationId xmlns:a16="http://schemas.microsoft.com/office/drawing/2014/main" id="{FC10A2F2-D0DF-4405-AD96-A7554A5A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186903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Thsd7b</a:t>
            </a:r>
          </a:p>
        </p:txBody>
      </p:sp>
      <p:sp>
        <p:nvSpPr>
          <p:cNvPr id="137" name="TextBox 136">
            <a:extLst xmlns:a="http://schemas.openxmlformats.org/drawingml/2006/main">
              <a:ext uri="{FF2B5EF4-FFF2-40B4-BE49-F238E27FC236}">
                <a16:creationId xmlns:a16="http://schemas.microsoft.com/office/drawing/2014/main" id="{ACC5F615-BBD6-4A22-9968-E29BD1AD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200436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Tnnc1</a:t>
            </a:r>
          </a:p>
        </p:txBody>
      </p:sp>
      <p:sp>
        <p:nvSpPr>
          <p:cNvPr id="138" name="TextBox 137">
            <a:extLst xmlns:a="http://schemas.openxmlformats.org/drawingml/2006/main">
              <a:ext uri="{FF2B5EF4-FFF2-40B4-BE49-F238E27FC236}">
                <a16:creationId xmlns:a16="http://schemas.microsoft.com/office/drawing/2014/main" id="{8689063A-E544-4E61-8BB9-20E507A4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213969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Trh</a:t>
            </a:r>
          </a:p>
        </p:txBody>
      </p:sp>
      <p:sp>
        <p:nvSpPr>
          <p:cNvPr id="139" name="TextBox 138">
            <a:extLst xmlns:a="http://schemas.openxmlformats.org/drawingml/2006/main">
              <a:ext uri="{FF2B5EF4-FFF2-40B4-BE49-F238E27FC236}">
                <a16:creationId xmlns:a16="http://schemas.microsoft.com/office/drawing/2014/main" id="{4F042626-9E86-43AE-8A3A-DF9F6186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227502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Trhr</a:t>
            </a:r>
          </a:p>
        </p:txBody>
      </p:sp>
      <p:sp>
        <p:nvSpPr>
          <p:cNvPr id="140" name="TextBox 139">
            <a:extLst xmlns:a="http://schemas.openxmlformats.org/drawingml/2006/main">
              <a:ext uri="{FF2B5EF4-FFF2-40B4-BE49-F238E27FC236}">
                <a16:creationId xmlns:a16="http://schemas.microsoft.com/office/drawing/2014/main" id="{BD8F69BE-033F-4850-9D0E-C6667573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241035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Tshz2</a:t>
            </a:r>
          </a:p>
        </p:txBody>
      </p:sp>
      <p:sp>
        <p:nvSpPr>
          <p:cNvPr id="141" name="TextBox 140">
            <a:extLst xmlns:a="http://schemas.openxmlformats.org/drawingml/2006/main">
              <a:ext uri="{FF2B5EF4-FFF2-40B4-BE49-F238E27FC236}">
                <a16:creationId xmlns:a16="http://schemas.microsoft.com/office/drawing/2014/main" id="{B62FD7B8-99F4-413C-B03C-1AE8FBE5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254568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Vegfc</a:t>
            </a:r>
          </a:p>
        </p:txBody>
      </p:sp>
      <p:sp>
        <p:nvSpPr>
          <p:cNvPr id="142" name="TextBox 141">
            <a:extLst xmlns:a="http://schemas.openxmlformats.org/drawingml/2006/main">
              <a:ext uri="{FF2B5EF4-FFF2-40B4-BE49-F238E27FC236}">
                <a16:creationId xmlns:a16="http://schemas.microsoft.com/office/drawing/2014/main" id="{72EC1654-7C11-43C5-B355-324CC0F1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268102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Vip</a:t>
            </a:r>
          </a:p>
        </p:txBody>
      </p:sp>
      <p:sp>
        <p:nvSpPr>
          <p:cNvPr id="143" name="TextBox 142">
            <a:extLst xmlns:a="http://schemas.openxmlformats.org/drawingml/2006/main">
              <a:ext uri="{FF2B5EF4-FFF2-40B4-BE49-F238E27FC236}">
                <a16:creationId xmlns:a16="http://schemas.microsoft.com/office/drawing/2014/main" id="{F060F534-A5AC-4141-AA46-75E53406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281635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Vwc2l</a:t>
            </a:r>
          </a:p>
        </p:txBody>
      </p:sp>
      <p:sp>
        <p:nvSpPr>
          <p:cNvPr id="144" name="TextBox 143">
            <a:extLst xmlns:a="http://schemas.openxmlformats.org/drawingml/2006/main">
              <a:ext uri="{FF2B5EF4-FFF2-40B4-BE49-F238E27FC236}">
                <a16:creationId xmlns:a16="http://schemas.microsoft.com/office/drawing/2014/main" id="{5EE38D12-2BEC-4DC6-8625-EA975383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295168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Zic1</a:t>
            </a:r>
          </a:p>
        </p:txBody>
      </p:sp>
      <p:sp>
        <p:nvSpPr>
          <p:cNvPr id="145" name="Rectangle 144">
            <a:extLst xmlns:a="http://schemas.openxmlformats.org/drawingml/2006/main">
              <a:ext uri="{FF2B5EF4-FFF2-40B4-BE49-F238E27FC236}">
                <a16:creationId xmlns:a16="http://schemas.microsoft.com/office/drawing/2014/main" id="{1EE696CD-C9F4-4797-ABD5-30962F88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4004" y="3236061"/>
            <a:ext cx="133959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6" name="TextBox 145">
            <a:extLst xmlns:a="http://schemas.openxmlformats.org/drawingml/2006/main">
              <a:ext uri="{FF2B5EF4-FFF2-40B4-BE49-F238E27FC236}">
                <a16:creationId xmlns:a16="http://schemas.microsoft.com/office/drawing/2014/main" id="{CB361868-30CF-471D-9C7C-2FC2921B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3233318"/>
            <a:ext cx="126644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Druggable receptor map  </a:t>
            </a:r>
            <a:r>
              <a:rPr sz="68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(44)</a:t>
            </a:r>
          </a:p>
        </p:txBody>
      </p:sp>
      <p:sp>
        <p:nvSpPr>
          <p:cNvPr id="147" name="TextBox 146">
            <a:extLst xmlns:a="http://schemas.openxmlformats.org/drawingml/2006/main">
              <a:ext uri="{FF2B5EF4-FFF2-40B4-BE49-F238E27FC236}">
                <a16:creationId xmlns:a16="http://schemas.microsoft.com/office/drawing/2014/main" id="{43D623A8-8B4B-4A69-A662-4E01DD89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335767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Adcyap1</a:t>
            </a:r>
          </a:p>
        </p:txBody>
      </p:sp>
      <p:sp>
        <p:nvSpPr>
          <p:cNvPr id="148" name="TextBox 147">
            <a:extLst xmlns:a="http://schemas.openxmlformats.org/drawingml/2006/main">
              <a:ext uri="{FF2B5EF4-FFF2-40B4-BE49-F238E27FC236}">
                <a16:creationId xmlns:a16="http://schemas.microsoft.com/office/drawing/2014/main" id="{D9B33B2A-D56A-4480-8622-9A700121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349300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Adcyap1r1</a:t>
            </a:r>
          </a:p>
        </p:txBody>
      </p:sp>
      <p:sp>
        <p:nvSpPr>
          <p:cNvPr id="149" name="TextBox 148">
            <a:extLst xmlns:a="http://schemas.openxmlformats.org/drawingml/2006/main">
              <a:ext uri="{FF2B5EF4-FFF2-40B4-BE49-F238E27FC236}">
                <a16:creationId xmlns:a16="http://schemas.microsoft.com/office/drawing/2014/main" id="{6EC0F86F-0A08-4FE8-BBD8-F25A0B38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362833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Adora2a</a:t>
            </a:r>
          </a:p>
        </p:txBody>
      </p:sp>
      <p:sp>
        <p:nvSpPr>
          <p:cNvPr id="150" name="TextBox 149">
            <a:extLst xmlns:a="http://schemas.openxmlformats.org/drawingml/2006/main">
              <a:ext uri="{FF2B5EF4-FFF2-40B4-BE49-F238E27FC236}">
                <a16:creationId xmlns:a16="http://schemas.microsoft.com/office/drawing/2014/main" id="{240C06C2-D410-4FD2-927D-90CE36B2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376367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Adra1a</a:t>
            </a:r>
          </a:p>
        </p:txBody>
      </p:sp>
      <p:sp>
        <p:nvSpPr>
          <p:cNvPr id="151" name="TextBox 150">
            <a:extLst xmlns:a="http://schemas.openxmlformats.org/drawingml/2006/main">
              <a:ext uri="{FF2B5EF4-FFF2-40B4-BE49-F238E27FC236}">
                <a16:creationId xmlns:a16="http://schemas.microsoft.com/office/drawing/2014/main" id="{AA57BE51-CB4C-42ED-9914-5CDF7BE9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389900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Adra1b</a:t>
            </a:r>
          </a:p>
        </p:txBody>
      </p:sp>
      <p:sp>
        <p:nvSpPr>
          <p:cNvPr id="152" name="TextBox 151">
            <a:extLst xmlns:a="http://schemas.openxmlformats.org/drawingml/2006/main">
              <a:ext uri="{FF2B5EF4-FFF2-40B4-BE49-F238E27FC236}">
                <a16:creationId xmlns:a16="http://schemas.microsoft.com/office/drawing/2014/main" id="{521DD57B-692F-4711-BAB9-5D369169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403433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Adra2a</a:t>
            </a:r>
          </a:p>
        </p:txBody>
      </p:sp>
      <p:sp>
        <p:nvSpPr>
          <p:cNvPr id="153" name="TextBox 152">
            <a:extLst xmlns:a="http://schemas.openxmlformats.org/drawingml/2006/main">
              <a:ext uri="{FF2B5EF4-FFF2-40B4-BE49-F238E27FC236}">
                <a16:creationId xmlns:a16="http://schemas.microsoft.com/office/drawing/2014/main" id="{179DD629-0D41-4453-90F8-2C504D6D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416966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Adrb1</a:t>
            </a:r>
          </a:p>
        </p:txBody>
      </p:sp>
      <p:sp>
        <p:nvSpPr>
          <p:cNvPr id="154" name="TextBox 153">
            <a:extLst xmlns:a="http://schemas.openxmlformats.org/drawingml/2006/main">
              <a:ext uri="{FF2B5EF4-FFF2-40B4-BE49-F238E27FC236}">
                <a16:creationId xmlns:a16="http://schemas.microsoft.com/office/drawing/2014/main" id="{48B8C13F-0DF6-4E5C-9DFA-02568E6F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430499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Cckbr</a:t>
            </a:r>
          </a:p>
        </p:txBody>
      </p:sp>
      <p:sp>
        <p:nvSpPr>
          <p:cNvPr id="155" name="TextBox 154">
            <a:extLst xmlns:a="http://schemas.openxmlformats.org/drawingml/2006/main">
              <a:ext uri="{FF2B5EF4-FFF2-40B4-BE49-F238E27FC236}">
                <a16:creationId xmlns:a16="http://schemas.microsoft.com/office/drawing/2014/main" id="{169AEE0D-416A-4621-AFA6-535FA03B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444032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Chrm1</a:t>
            </a:r>
          </a:p>
        </p:txBody>
      </p:sp>
      <p:sp>
        <p:nvSpPr>
          <p:cNvPr id="156" name="TextBox 155">
            <a:extLst xmlns:a="http://schemas.openxmlformats.org/drawingml/2006/main">
              <a:ext uri="{FF2B5EF4-FFF2-40B4-BE49-F238E27FC236}">
                <a16:creationId xmlns:a16="http://schemas.microsoft.com/office/drawing/2014/main" id="{1E5A2AE4-CBDA-4277-B52B-BB0EEEDF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457565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Chrm2</a:t>
            </a:r>
          </a:p>
        </p:txBody>
      </p:sp>
      <p:sp>
        <p:nvSpPr>
          <p:cNvPr id="157" name="TextBox 156">
            <a:extLst xmlns:a="http://schemas.openxmlformats.org/drawingml/2006/main">
              <a:ext uri="{FF2B5EF4-FFF2-40B4-BE49-F238E27FC236}">
                <a16:creationId xmlns:a16="http://schemas.microsoft.com/office/drawing/2014/main" id="{D600849C-CDFA-4CDF-903E-0F38D184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471098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Chrm3</a:t>
            </a:r>
          </a:p>
        </p:txBody>
      </p:sp>
      <p:sp>
        <p:nvSpPr>
          <p:cNvPr id="158" name="TextBox 157">
            <a:extLst xmlns:a="http://schemas.openxmlformats.org/drawingml/2006/main">
              <a:ext uri="{FF2B5EF4-FFF2-40B4-BE49-F238E27FC236}">
                <a16:creationId xmlns:a16="http://schemas.microsoft.com/office/drawing/2014/main" id="{DC2EE3BD-7EB3-48C1-86CB-297504CF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484632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Cnr1</a:t>
            </a:r>
          </a:p>
        </p:txBody>
      </p:sp>
      <p:sp>
        <p:nvSpPr>
          <p:cNvPr id="159" name="TextBox 158">
            <a:extLst xmlns:a="http://schemas.openxmlformats.org/drawingml/2006/main">
              <a:ext uri="{FF2B5EF4-FFF2-40B4-BE49-F238E27FC236}">
                <a16:creationId xmlns:a16="http://schemas.microsoft.com/office/drawing/2014/main" id="{B4973466-4FE6-4F65-8033-F019E371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498165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Creb1</a:t>
            </a:r>
          </a:p>
        </p:txBody>
      </p:sp>
      <p:sp>
        <p:nvSpPr>
          <p:cNvPr id="160" name="TextBox 159">
            <a:extLst xmlns:a="http://schemas.openxmlformats.org/drawingml/2006/main">
              <a:ext uri="{FF2B5EF4-FFF2-40B4-BE49-F238E27FC236}">
                <a16:creationId xmlns:a16="http://schemas.microsoft.com/office/drawing/2014/main" id="{60BA4FA6-52BE-4889-8832-2EC5F1CA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511698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Crhr1</a:t>
            </a:r>
          </a:p>
        </p:txBody>
      </p:sp>
      <p:sp>
        <p:nvSpPr>
          <p:cNvPr id="161" name="TextBox 160">
            <a:extLst xmlns:a="http://schemas.openxmlformats.org/drawingml/2006/main">
              <a:ext uri="{FF2B5EF4-FFF2-40B4-BE49-F238E27FC236}">
                <a16:creationId xmlns:a16="http://schemas.microsoft.com/office/drawing/2014/main" id="{0D9E5ED9-BD1D-41BE-9934-B9CD441C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525231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Drd2</a:t>
            </a:r>
          </a:p>
        </p:txBody>
      </p:sp>
      <p:sp>
        <p:nvSpPr>
          <p:cNvPr id="162" name="TextBox 161">
            <a:extLst xmlns:a="http://schemas.openxmlformats.org/drawingml/2006/main">
              <a:ext uri="{FF2B5EF4-FFF2-40B4-BE49-F238E27FC236}">
                <a16:creationId xmlns:a16="http://schemas.microsoft.com/office/drawing/2014/main" id="{DE4C3EBA-7692-43AE-BF38-E0112602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538764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Gabbr1</a:t>
            </a:r>
          </a:p>
        </p:txBody>
      </p:sp>
      <p:sp>
        <p:nvSpPr>
          <p:cNvPr id="163" name="TextBox 162">
            <a:extLst xmlns:a="http://schemas.openxmlformats.org/drawingml/2006/main">
              <a:ext uri="{FF2B5EF4-FFF2-40B4-BE49-F238E27FC236}">
                <a16:creationId xmlns:a16="http://schemas.microsoft.com/office/drawing/2014/main" id="{53CC72AA-CC77-41AA-8E48-EAD4B521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552297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Gabbr2</a:t>
            </a:r>
          </a:p>
        </p:txBody>
      </p:sp>
      <p:sp>
        <p:nvSpPr>
          <p:cNvPr id="164" name="TextBox 163">
            <a:extLst xmlns:a="http://schemas.openxmlformats.org/drawingml/2006/main">
              <a:ext uri="{FF2B5EF4-FFF2-40B4-BE49-F238E27FC236}">
                <a16:creationId xmlns:a16="http://schemas.microsoft.com/office/drawing/2014/main" id="{B08A2C23-E9BA-44E0-87F6-54CBFB02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565830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Galr1</a:t>
            </a:r>
          </a:p>
        </p:txBody>
      </p:sp>
      <p:sp>
        <p:nvSpPr>
          <p:cNvPr id="165" name="TextBox 164">
            <a:extLst xmlns:a="http://schemas.openxmlformats.org/drawingml/2006/main">
              <a:ext uri="{FF2B5EF4-FFF2-40B4-BE49-F238E27FC236}">
                <a16:creationId xmlns:a16="http://schemas.microsoft.com/office/drawing/2014/main" id="{51FA3CAE-2976-4110-AB3A-4119AEAF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579363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Gpr101</a:t>
            </a:r>
          </a:p>
        </p:txBody>
      </p:sp>
      <p:sp>
        <p:nvSpPr>
          <p:cNvPr id="166" name="TextBox 165">
            <a:extLst xmlns:a="http://schemas.openxmlformats.org/drawingml/2006/main">
              <a:ext uri="{FF2B5EF4-FFF2-40B4-BE49-F238E27FC236}">
                <a16:creationId xmlns:a16="http://schemas.microsoft.com/office/drawing/2014/main" id="{7CCBAE66-C135-4A29-BB9A-62DBE9BC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592896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Gpr158</a:t>
            </a:r>
          </a:p>
        </p:txBody>
      </p:sp>
      <p:sp>
        <p:nvSpPr>
          <p:cNvPr id="167" name="TextBox 166">
            <a:extLst xmlns:a="http://schemas.openxmlformats.org/drawingml/2006/main">
              <a:ext uri="{FF2B5EF4-FFF2-40B4-BE49-F238E27FC236}">
                <a16:creationId xmlns:a16="http://schemas.microsoft.com/office/drawing/2014/main" id="{E861DA5F-534E-4BC5-B558-FBDCA048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606430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Gpr22</a:t>
            </a:r>
          </a:p>
        </p:txBody>
      </p:sp>
      <p:sp>
        <p:nvSpPr>
          <p:cNvPr id="168" name="TextBox 167">
            <a:extLst xmlns:a="http://schemas.openxmlformats.org/drawingml/2006/main">
              <a:ext uri="{FF2B5EF4-FFF2-40B4-BE49-F238E27FC236}">
                <a16:creationId xmlns:a16="http://schemas.microsoft.com/office/drawing/2014/main" id="{6120A5BF-2FAA-4A6F-9C29-97CA3732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580" y="619963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Gpr26</a:t>
            </a:r>
          </a:p>
        </p:txBody>
      </p:sp>
      <p:sp>
        <p:nvSpPr>
          <p:cNvPr id="169" name="TextBox 168">
            <a:extLst xmlns:a="http://schemas.openxmlformats.org/drawingml/2006/main">
              <a:ext uri="{FF2B5EF4-FFF2-40B4-BE49-F238E27FC236}">
                <a16:creationId xmlns:a16="http://schemas.microsoft.com/office/drawing/2014/main" id="{EAA720FA-EF07-4936-9B92-F2AD2AC1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78638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Gpr88</a:t>
            </a:r>
          </a:p>
        </p:txBody>
      </p:sp>
      <p:sp>
        <p:nvSpPr>
          <p:cNvPr id="170" name="TextBox 169">
            <a:extLst xmlns:a="http://schemas.openxmlformats.org/drawingml/2006/main">
              <a:ext uri="{FF2B5EF4-FFF2-40B4-BE49-F238E27FC236}">
                <a16:creationId xmlns:a16="http://schemas.microsoft.com/office/drawing/2014/main" id="{F605BEE3-8190-40F2-91EB-2E7F70F6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92171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Grm1</a:t>
            </a:r>
          </a:p>
        </p:txBody>
      </p:sp>
      <p:sp>
        <p:nvSpPr>
          <p:cNvPr id="171" name="TextBox 170">
            <a:extLst xmlns:a="http://schemas.openxmlformats.org/drawingml/2006/main">
              <a:ext uri="{FF2B5EF4-FFF2-40B4-BE49-F238E27FC236}">
                <a16:creationId xmlns:a16="http://schemas.microsoft.com/office/drawing/2014/main" id="{1A5E5533-C82E-4A70-9E3B-80A3375D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05704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Grm2</a:t>
            </a:r>
          </a:p>
        </p:txBody>
      </p:sp>
      <p:sp>
        <p:nvSpPr>
          <p:cNvPr id="172" name="TextBox 171">
            <a:extLst xmlns:a="http://schemas.openxmlformats.org/drawingml/2006/main">
              <a:ext uri="{FF2B5EF4-FFF2-40B4-BE49-F238E27FC236}">
                <a16:creationId xmlns:a16="http://schemas.microsoft.com/office/drawing/2014/main" id="{1987BBCB-84F6-4230-A997-66D2CEE9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19237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Grm3</a:t>
            </a:r>
          </a:p>
        </p:txBody>
      </p:sp>
      <p:sp>
        <p:nvSpPr>
          <p:cNvPr id="173" name="TextBox 172">
            <a:extLst xmlns:a="http://schemas.openxmlformats.org/drawingml/2006/main">
              <a:ext uri="{FF2B5EF4-FFF2-40B4-BE49-F238E27FC236}">
                <a16:creationId xmlns:a16="http://schemas.microsoft.com/office/drawing/2014/main" id="{83AB32E6-68E6-42CE-899E-04D8B778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32770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Grm5</a:t>
            </a:r>
          </a:p>
        </p:txBody>
      </p:sp>
      <p:sp>
        <p:nvSpPr>
          <p:cNvPr id="174" name="TextBox 173">
            <a:extLst xmlns:a="http://schemas.openxmlformats.org/drawingml/2006/main">
              <a:ext uri="{FF2B5EF4-FFF2-40B4-BE49-F238E27FC236}">
                <a16:creationId xmlns:a16="http://schemas.microsoft.com/office/drawing/2014/main" id="{A96E34CB-5C92-4CA7-A113-19933229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46304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Grm7</a:t>
            </a:r>
          </a:p>
        </p:txBody>
      </p:sp>
      <p:sp>
        <p:nvSpPr>
          <p:cNvPr id="175" name="TextBox 174">
            <a:extLst xmlns:a="http://schemas.openxmlformats.org/drawingml/2006/main">
              <a:ext uri="{FF2B5EF4-FFF2-40B4-BE49-F238E27FC236}">
                <a16:creationId xmlns:a16="http://schemas.microsoft.com/office/drawing/2014/main" id="{D2B601AB-FADF-4587-841D-6A33B257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59837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Grm8</a:t>
            </a:r>
          </a:p>
        </p:txBody>
      </p:sp>
      <p:sp>
        <p:nvSpPr>
          <p:cNvPr id="176" name="TextBox 175">
            <a:extLst xmlns:a="http://schemas.openxmlformats.org/drawingml/2006/main">
              <a:ext uri="{FF2B5EF4-FFF2-40B4-BE49-F238E27FC236}">
                <a16:creationId xmlns:a16="http://schemas.microsoft.com/office/drawing/2014/main" id="{707FDEEE-7840-497E-8FFB-513254EE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73370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Hcrtr2</a:t>
            </a:r>
          </a:p>
        </p:txBody>
      </p:sp>
      <p:sp>
        <p:nvSpPr>
          <p:cNvPr id="177" name="TextBox 176">
            <a:extLst xmlns:a="http://schemas.openxmlformats.org/drawingml/2006/main">
              <a:ext uri="{FF2B5EF4-FFF2-40B4-BE49-F238E27FC236}">
                <a16:creationId xmlns:a16="http://schemas.microsoft.com/office/drawing/2014/main" id="{A54D61C6-8996-407B-B44E-DF159984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86903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Hrh3</a:t>
            </a:r>
          </a:p>
        </p:txBody>
      </p:sp>
      <p:sp>
        <p:nvSpPr>
          <p:cNvPr id="178" name="TextBox 177">
            <a:extLst xmlns:a="http://schemas.openxmlformats.org/drawingml/2006/main">
              <a:ext uri="{FF2B5EF4-FFF2-40B4-BE49-F238E27FC236}">
                <a16:creationId xmlns:a16="http://schemas.microsoft.com/office/drawing/2014/main" id="{4A39F414-A2B5-4C9E-8B49-3445CBAE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00436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Htr1a</a:t>
            </a:r>
          </a:p>
        </p:txBody>
      </p:sp>
      <p:sp>
        <p:nvSpPr>
          <p:cNvPr id="179" name="TextBox 178">
            <a:extLst xmlns:a="http://schemas.openxmlformats.org/drawingml/2006/main">
              <a:ext uri="{FF2B5EF4-FFF2-40B4-BE49-F238E27FC236}">
                <a16:creationId xmlns:a16="http://schemas.microsoft.com/office/drawing/2014/main" id="{DD82FBEB-B56C-42B2-B9BC-2EDF72BE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13969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Htr1b</a:t>
            </a:r>
          </a:p>
        </p:txBody>
      </p:sp>
      <p:sp>
        <p:nvSpPr>
          <p:cNvPr id="180" name="TextBox 179">
            <a:extLst xmlns:a="http://schemas.openxmlformats.org/drawingml/2006/main">
              <a:ext uri="{FF2B5EF4-FFF2-40B4-BE49-F238E27FC236}">
                <a16:creationId xmlns:a16="http://schemas.microsoft.com/office/drawing/2014/main" id="{C81DAD23-CF41-4EBF-8162-2DEBC8D9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27502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Htr1f</a:t>
            </a:r>
          </a:p>
        </p:txBody>
      </p:sp>
      <p:sp>
        <p:nvSpPr>
          <p:cNvPr id="181" name="TextBox 180">
            <a:extLst xmlns:a="http://schemas.openxmlformats.org/drawingml/2006/main">
              <a:ext uri="{FF2B5EF4-FFF2-40B4-BE49-F238E27FC236}">
                <a16:creationId xmlns:a16="http://schemas.microsoft.com/office/drawing/2014/main" id="{479A1D18-1C47-4313-BF29-10DCBFBA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41035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Htr2a</a:t>
            </a:r>
          </a:p>
        </p:txBody>
      </p:sp>
      <p:sp>
        <p:nvSpPr>
          <p:cNvPr id="182" name="TextBox 181">
            <a:extLst xmlns:a="http://schemas.openxmlformats.org/drawingml/2006/main">
              <a:ext uri="{FF2B5EF4-FFF2-40B4-BE49-F238E27FC236}">
                <a16:creationId xmlns:a16="http://schemas.microsoft.com/office/drawing/2014/main" id="{1D28A8A1-D8AF-4A71-B0CF-485BC740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54568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Mc4r</a:t>
            </a:r>
          </a:p>
        </p:txBody>
      </p:sp>
      <p:sp>
        <p:nvSpPr>
          <p:cNvPr id="183" name="TextBox 182">
            <a:extLst xmlns:a="http://schemas.openxmlformats.org/drawingml/2006/main">
              <a:ext uri="{FF2B5EF4-FFF2-40B4-BE49-F238E27FC236}">
                <a16:creationId xmlns:a16="http://schemas.microsoft.com/office/drawing/2014/main" id="{AA423056-ABCA-4B9A-9351-1918908D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68102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Npy1r</a:t>
            </a:r>
          </a:p>
        </p:txBody>
      </p:sp>
      <p:sp>
        <p:nvSpPr>
          <p:cNvPr id="184" name="TextBox 183">
            <a:extLst xmlns:a="http://schemas.openxmlformats.org/drawingml/2006/main">
              <a:ext uri="{FF2B5EF4-FFF2-40B4-BE49-F238E27FC236}">
                <a16:creationId xmlns:a16="http://schemas.microsoft.com/office/drawing/2014/main" id="{A806C80F-6C87-4E5D-B145-16128980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81635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Npy2r</a:t>
            </a:r>
          </a:p>
        </p:txBody>
      </p:sp>
      <p:sp>
        <p:nvSpPr>
          <p:cNvPr id="185" name="TextBox 184">
            <a:extLst xmlns:a="http://schemas.openxmlformats.org/drawingml/2006/main">
              <a:ext uri="{FF2B5EF4-FFF2-40B4-BE49-F238E27FC236}">
                <a16:creationId xmlns:a16="http://schemas.microsoft.com/office/drawing/2014/main" id="{9D480E84-20BE-47C5-8CA4-1E403D7D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95168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Oprd1</a:t>
            </a:r>
          </a:p>
        </p:txBody>
      </p:sp>
      <p:sp>
        <p:nvSpPr>
          <p:cNvPr id="186" name="TextBox 185">
            <a:extLst xmlns:a="http://schemas.openxmlformats.org/drawingml/2006/main">
              <a:ext uri="{FF2B5EF4-FFF2-40B4-BE49-F238E27FC236}">
                <a16:creationId xmlns:a16="http://schemas.microsoft.com/office/drawing/2014/main" id="{044600D4-09D3-4F4A-A6B1-F9BEFAC7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08701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Oprm1</a:t>
            </a:r>
          </a:p>
        </p:txBody>
      </p:sp>
      <p:sp>
        <p:nvSpPr>
          <p:cNvPr id="187" name="TextBox 186">
            <a:extLst xmlns:a="http://schemas.openxmlformats.org/drawingml/2006/main">
              <a:ext uri="{FF2B5EF4-FFF2-40B4-BE49-F238E27FC236}">
                <a16:creationId xmlns:a16="http://schemas.microsoft.com/office/drawing/2014/main" id="{82BBEF86-CD38-41E7-A896-4CE4F842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22234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Oxtr</a:t>
            </a:r>
          </a:p>
        </p:txBody>
      </p:sp>
      <p:sp>
        <p:nvSpPr>
          <p:cNvPr id="188" name="TextBox 187">
            <a:extLst xmlns:a="http://schemas.openxmlformats.org/drawingml/2006/main">
              <a:ext uri="{FF2B5EF4-FFF2-40B4-BE49-F238E27FC236}">
                <a16:creationId xmlns:a16="http://schemas.microsoft.com/office/drawing/2014/main" id="{9665D449-F1F9-4C6E-AF80-F6F6E064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35767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Sstr2</a:t>
            </a:r>
          </a:p>
        </p:txBody>
      </p:sp>
      <p:sp>
        <p:nvSpPr>
          <p:cNvPr id="189" name="TextBox 188">
            <a:extLst xmlns:a="http://schemas.openxmlformats.org/drawingml/2006/main">
              <a:ext uri="{FF2B5EF4-FFF2-40B4-BE49-F238E27FC236}">
                <a16:creationId xmlns:a16="http://schemas.microsoft.com/office/drawing/2014/main" id="{4A9D76F0-76FA-444D-B1BB-D85DCC7F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49300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Tacr1</a:t>
            </a:r>
          </a:p>
        </p:txBody>
      </p:sp>
      <p:sp>
        <p:nvSpPr>
          <p:cNvPr id="190" name="Rectangle 189">
            <a:extLst xmlns:a="http://schemas.openxmlformats.org/drawingml/2006/main">
              <a:ext uri="{FF2B5EF4-FFF2-40B4-BE49-F238E27FC236}">
                <a16:creationId xmlns:a16="http://schemas.microsoft.com/office/drawing/2014/main" id="{016FDDEF-765E-4311-A1D6-CE149D42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77386"/>
            <a:ext cx="133959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1" name="TextBox 190">
            <a:extLst xmlns:a="http://schemas.openxmlformats.org/drawingml/2006/main">
              <a:ext uri="{FF2B5EF4-FFF2-40B4-BE49-F238E27FC236}">
                <a16:creationId xmlns:a16="http://schemas.microsoft.com/office/drawing/2014/main" id="{4E3D3476-AA4D-417B-A3C2-783A44EC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774643"/>
            <a:ext cx="126644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Morphine-dependence state  (46)</a:t>
            </a:r>
          </a:p>
        </p:txBody>
      </p:sp>
      <p:sp>
        <p:nvSpPr>
          <p:cNvPr id="192" name="TextBox 191">
            <a:extLst xmlns:a="http://schemas.openxmlformats.org/drawingml/2006/main">
              <a:ext uri="{FF2B5EF4-FFF2-40B4-BE49-F238E27FC236}">
                <a16:creationId xmlns:a16="http://schemas.microsoft.com/office/drawing/2014/main" id="{980B2194-196C-42BC-A05C-B7D16999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89900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Acsl4</a:t>
            </a:r>
          </a:p>
        </p:txBody>
      </p:sp>
      <p:sp>
        <p:nvSpPr>
          <p:cNvPr id="193" name="TextBox 192">
            <a:extLst xmlns:a="http://schemas.openxmlformats.org/drawingml/2006/main">
              <a:ext uri="{FF2B5EF4-FFF2-40B4-BE49-F238E27FC236}">
                <a16:creationId xmlns:a16="http://schemas.microsoft.com/office/drawing/2014/main" id="{2AA5C68E-2CDB-4C7E-AC1D-B3A04E2B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403433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Ahctf1</a:t>
            </a:r>
          </a:p>
        </p:txBody>
      </p:sp>
      <p:sp>
        <p:nvSpPr>
          <p:cNvPr id="194" name="TextBox 193">
            <a:extLst xmlns:a="http://schemas.openxmlformats.org/drawingml/2006/main">
              <a:ext uri="{FF2B5EF4-FFF2-40B4-BE49-F238E27FC236}">
                <a16:creationId xmlns:a16="http://schemas.microsoft.com/office/drawing/2014/main" id="{DCA30DAF-ED0E-47EB-9900-9FD95DDD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416966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Arid5b</a:t>
            </a:r>
          </a:p>
        </p:txBody>
      </p:sp>
      <p:sp>
        <p:nvSpPr>
          <p:cNvPr id="195" name="TextBox 194">
            <a:extLst xmlns:a="http://schemas.openxmlformats.org/drawingml/2006/main">
              <a:ext uri="{FF2B5EF4-FFF2-40B4-BE49-F238E27FC236}">
                <a16:creationId xmlns:a16="http://schemas.microsoft.com/office/drawing/2014/main" id="{403DB930-AB92-46EE-B472-DF30CCF7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430499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Banp</a:t>
            </a:r>
          </a:p>
        </p:txBody>
      </p:sp>
      <p:sp>
        <p:nvSpPr>
          <p:cNvPr id="196" name="TextBox 195">
            <a:extLst xmlns:a="http://schemas.openxmlformats.org/drawingml/2006/main">
              <a:ext uri="{FF2B5EF4-FFF2-40B4-BE49-F238E27FC236}">
                <a16:creationId xmlns:a16="http://schemas.microsoft.com/office/drawing/2014/main" id="{77C28E4F-8964-4161-B581-337EDA0F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444032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Bhlhe40</a:t>
            </a:r>
          </a:p>
        </p:txBody>
      </p:sp>
      <p:sp>
        <p:nvSpPr>
          <p:cNvPr id="197" name="TextBox 196">
            <a:extLst xmlns:a="http://schemas.openxmlformats.org/drawingml/2006/main">
              <a:ext uri="{FF2B5EF4-FFF2-40B4-BE49-F238E27FC236}">
                <a16:creationId xmlns:a16="http://schemas.microsoft.com/office/drawing/2014/main" id="{F1B3B684-1332-44F9-B2AA-82E6A3F6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457565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Camk2g</a:t>
            </a:r>
          </a:p>
        </p:txBody>
      </p:sp>
      <p:sp>
        <p:nvSpPr>
          <p:cNvPr id="198" name="TextBox 197">
            <a:extLst xmlns:a="http://schemas.openxmlformats.org/drawingml/2006/main">
              <a:ext uri="{FF2B5EF4-FFF2-40B4-BE49-F238E27FC236}">
                <a16:creationId xmlns:a16="http://schemas.microsoft.com/office/drawing/2014/main" id="{2031CA8F-61BC-4EB3-872A-C2CC08F8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471098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Chd2</a:t>
            </a:r>
          </a:p>
        </p:txBody>
      </p:sp>
      <p:sp>
        <p:nvSpPr>
          <p:cNvPr id="199" name="TextBox 198">
            <a:extLst xmlns:a="http://schemas.openxmlformats.org/drawingml/2006/main">
              <a:ext uri="{FF2B5EF4-FFF2-40B4-BE49-F238E27FC236}">
                <a16:creationId xmlns:a16="http://schemas.microsoft.com/office/drawing/2014/main" id="{B8EAFAE4-A53A-4AAD-B826-362C004F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484632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Crem</a:t>
            </a:r>
          </a:p>
        </p:txBody>
      </p:sp>
      <p:sp>
        <p:nvSpPr>
          <p:cNvPr id="200" name="TextBox 199">
            <a:extLst xmlns:a="http://schemas.openxmlformats.org/drawingml/2006/main">
              <a:ext uri="{FF2B5EF4-FFF2-40B4-BE49-F238E27FC236}">
                <a16:creationId xmlns:a16="http://schemas.microsoft.com/office/drawing/2014/main" id="{EAE3B61A-5773-4FC5-9139-3FC7100C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498165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Dusp1</a:t>
            </a:r>
          </a:p>
        </p:txBody>
      </p:sp>
      <p:sp>
        <p:nvSpPr>
          <p:cNvPr id="201" name="TextBox 200">
            <a:extLst xmlns:a="http://schemas.openxmlformats.org/drawingml/2006/main">
              <a:ext uri="{FF2B5EF4-FFF2-40B4-BE49-F238E27FC236}">
                <a16:creationId xmlns:a16="http://schemas.microsoft.com/office/drawing/2014/main" id="{3C3F9B26-1EF2-46C6-9380-E712EEF8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511698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Dusp4</a:t>
            </a:r>
          </a:p>
        </p:txBody>
      </p:sp>
      <p:sp>
        <p:nvSpPr>
          <p:cNvPr id="202" name="TextBox 201">
            <a:extLst xmlns:a="http://schemas.openxmlformats.org/drawingml/2006/main">
              <a:ext uri="{FF2B5EF4-FFF2-40B4-BE49-F238E27FC236}">
                <a16:creationId xmlns:a16="http://schemas.microsoft.com/office/drawing/2014/main" id="{23E7FEDC-4D16-4FDA-AC00-5A322EB0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525231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Dusp5</a:t>
            </a:r>
          </a:p>
        </p:txBody>
      </p:sp>
      <p:sp>
        <p:nvSpPr>
          <p:cNvPr id="203" name="TextBox 202">
            <a:extLst xmlns:a="http://schemas.openxmlformats.org/drawingml/2006/main">
              <a:ext uri="{FF2B5EF4-FFF2-40B4-BE49-F238E27FC236}">
                <a16:creationId xmlns:a16="http://schemas.microsoft.com/office/drawing/2014/main" id="{E13DA27C-25D3-4B85-92F1-78A05685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538764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E2f6</a:t>
            </a:r>
          </a:p>
        </p:txBody>
      </p:sp>
      <p:sp>
        <p:nvSpPr>
          <p:cNvPr id="204" name="TextBox 203">
            <a:extLst xmlns:a="http://schemas.openxmlformats.org/drawingml/2006/main">
              <a:ext uri="{FF2B5EF4-FFF2-40B4-BE49-F238E27FC236}">
                <a16:creationId xmlns:a16="http://schemas.microsoft.com/office/drawing/2014/main" id="{56404579-0662-41FA-922A-EA7E63E6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552297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Egr3</a:t>
            </a:r>
          </a:p>
        </p:txBody>
      </p:sp>
      <p:sp>
        <p:nvSpPr>
          <p:cNvPr id="205" name="TextBox 204">
            <a:extLst xmlns:a="http://schemas.openxmlformats.org/drawingml/2006/main">
              <a:ext uri="{FF2B5EF4-FFF2-40B4-BE49-F238E27FC236}">
                <a16:creationId xmlns:a16="http://schemas.microsoft.com/office/drawing/2014/main" id="{BF11E786-D48B-421E-B051-0E2EE5A3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565830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Egr4</a:t>
            </a:r>
          </a:p>
        </p:txBody>
      </p:sp>
      <p:sp>
        <p:nvSpPr>
          <p:cNvPr id="206" name="TextBox 205">
            <a:extLst xmlns:a="http://schemas.openxmlformats.org/drawingml/2006/main">
              <a:ext uri="{FF2B5EF4-FFF2-40B4-BE49-F238E27FC236}">
                <a16:creationId xmlns:a16="http://schemas.microsoft.com/office/drawing/2014/main" id="{75E79E16-53BE-4B40-9950-33485CE4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579363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Ep300</a:t>
            </a:r>
          </a:p>
        </p:txBody>
      </p:sp>
      <p:sp>
        <p:nvSpPr>
          <p:cNvPr id="207" name="TextBox 206">
            <a:extLst xmlns:a="http://schemas.openxmlformats.org/drawingml/2006/main">
              <a:ext uri="{FF2B5EF4-FFF2-40B4-BE49-F238E27FC236}">
                <a16:creationId xmlns:a16="http://schemas.microsoft.com/office/drawing/2014/main" id="{22950707-C774-4A96-9C9D-05F3E250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592896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Etv5</a:t>
            </a:r>
          </a:p>
        </p:txBody>
      </p:sp>
      <p:sp>
        <p:nvSpPr>
          <p:cNvPr id="208" name="TextBox 207">
            <a:extLst xmlns:a="http://schemas.openxmlformats.org/drawingml/2006/main">
              <a:ext uri="{FF2B5EF4-FFF2-40B4-BE49-F238E27FC236}">
                <a16:creationId xmlns:a16="http://schemas.microsoft.com/office/drawing/2014/main" id="{09B98B33-9CF9-48E8-B448-E9061AB1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606430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Fhl2</a:t>
            </a:r>
          </a:p>
        </p:txBody>
      </p:sp>
      <p:sp>
        <p:nvSpPr>
          <p:cNvPr id="209" name="TextBox 208">
            <a:extLst xmlns:a="http://schemas.openxmlformats.org/drawingml/2006/main">
              <a:ext uri="{FF2B5EF4-FFF2-40B4-BE49-F238E27FC236}">
                <a16:creationId xmlns:a16="http://schemas.microsoft.com/office/drawing/2014/main" id="{B993B1EF-3C61-4304-A689-C2A9BBEA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619963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Fosl2</a:t>
            </a:r>
          </a:p>
        </p:txBody>
      </p:sp>
      <p:sp>
        <p:nvSpPr>
          <p:cNvPr id="210" name="TextBox 209">
            <a:extLst xmlns:a="http://schemas.openxmlformats.org/drawingml/2006/main">
              <a:ext uri="{FF2B5EF4-FFF2-40B4-BE49-F238E27FC236}">
                <a16:creationId xmlns:a16="http://schemas.microsoft.com/office/drawing/2014/main" id="{C1208C82-9DE2-4366-B226-E947FE26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78638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Fxr1</a:t>
            </a:r>
          </a:p>
        </p:txBody>
      </p:sp>
      <p:sp>
        <p:nvSpPr>
          <p:cNvPr id="211" name="TextBox 210">
            <a:extLst xmlns:a="http://schemas.openxmlformats.org/drawingml/2006/main">
              <a:ext uri="{FF2B5EF4-FFF2-40B4-BE49-F238E27FC236}">
                <a16:creationId xmlns:a16="http://schemas.microsoft.com/office/drawing/2014/main" id="{E194774D-1E5A-4B81-93BB-FD5EB187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92171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Hivep1</a:t>
            </a:r>
          </a:p>
        </p:txBody>
      </p:sp>
      <p:sp>
        <p:nvSpPr>
          <p:cNvPr id="212" name="TextBox 211">
            <a:extLst xmlns:a="http://schemas.openxmlformats.org/drawingml/2006/main">
              <a:ext uri="{FF2B5EF4-FFF2-40B4-BE49-F238E27FC236}">
                <a16:creationId xmlns:a16="http://schemas.microsoft.com/office/drawing/2014/main" id="{DDB9162D-89CF-42A7-AE09-8AB9C677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105704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Hrh1</a:t>
            </a:r>
          </a:p>
        </p:txBody>
      </p:sp>
      <p:sp>
        <p:nvSpPr>
          <p:cNvPr id="213" name="TextBox 212">
            <a:extLst xmlns:a="http://schemas.openxmlformats.org/drawingml/2006/main">
              <a:ext uri="{FF2B5EF4-FFF2-40B4-BE49-F238E27FC236}">
                <a16:creationId xmlns:a16="http://schemas.microsoft.com/office/drawing/2014/main" id="{84000DA9-273A-4F54-91F1-DAC33762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119237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Hsd17b12</a:t>
            </a:r>
          </a:p>
        </p:txBody>
      </p:sp>
      <p:sp>
        <p:nvSpPr>
          <p:cNvPr id="214" name="TextBox 213">
            <a:extLst xmlns:a="http://schemas.openxmlformats.org/drawingml/2006/main">
              <a:ext uri="{FF2B5EF4-FFF2-40B4-BE49-F238E27FC236}">
                <a16:creationId xmlns:a16="http://schemas.microsoft.com/office/drawing/2014/main" id="{285442AE-78CE-4711-9704-EB040B50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132770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Hspa5</a:t>
            </a:r>
          </a:p>
        </p:txBody>
      </p:sp>
      <p:sp>
        <p:nvSpPr>
          <p:cNvPr id="215" name="TextBox 214">
            <a:extLst xmlns:a="http://schemas.openxmlformats.org/drawingml/2006/main">
              <a:ext uri="{FF2B5EF4-FFF2-40B4-BE49-F238E27FC236}">
                <a16:creationId xmlns:a16="http://schemas.microsoft.com/office/drawing/2014/main" id="{52FC14EE-3854-4EEB-B727-202D35BF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146304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Hunk</a:t>
            </a:r>
          </a:p>
        </p:txBody>
      </p:sp>
      <p:sp>
        <p:nvSpPr>
          <p:cNvPr id="216" name="TextBox 215">
            <a:extLst xmlns:a="http://schemas.openxmlformats.org/drawingml/2006/main">
              <a:ext uri="{FF2B5EF4-FFF2-40B4-BE49-F238E27FC236}">
                <a16:creationId xmlns:a16="http://schemas.microsoft.com/office/drawing/2014/main" id="{55212195-284A-4DE6-A878-72A4C08D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159837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Kitl</a:t>
            </a:r>
          </a:p>
        </p:txBody>
      </p:sp>
      <p:sp>
        <p:nvSpPr>
          <p:cNvPr id="217" name="TextBox 216">
            <a:extLst xmlns:a="http://schemas.openxmlformats.org/drawingml/2006/main">
              <a:ext uri="{FF2B5EF4-FFF2-40B4-BE49-F238E27FC236}">
                <a16:creationId xmlns:a16="http://schemas.microsoft.com/office/drawing/2014/main" id="{5042934A-E851-443B-8DB2-49C0665D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173370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Klf10</a:t>
            </a:r>
          </a:p>
        </p:txBody>
      </p:sp>
      <p:sp>
        <p:nvSpPr>
          <p:cNvPr id="218" name="TextBox 217">
            <a:extLst xmlns:a="http://schemas.openxmlformats.org/drawingml/2006/main">
              <a:ext uri="{FF2B5EF4-FFF2-40B4-BE49-F238E27FC236}">
                <a16:creationId xmlns:a16="http://schemas.microsoft.com/office/drawing/2014/main" id="{C339EDBA-9199-475E-9801-DC059974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186903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Maml3</a:t>
            </a:r>
          </a:p>
        </p:txBody>
      </p:sp>
      <p:sp>
        <p:nvSpPr>
          <p:cNvPr id="219" name="TextBox 218">
            <a:extLst xmlns:a="http://schemas.openxmlformats.org/drawingml/2006/main">
              <a:ext uri="{FF2B5EF4-FFF2-40B4-BE49-F238E27FC236}">
                <a16:creationId xmlns:a16="http://schemas.microsoft.com/office/drawing/2014/main" id="{6309D709-1383-4F3B-A603-3D323E9A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200436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Mbnl2</a:t>
            </a:r>
          </a:p>
        </p:txBody>
      </p:sp>
      <p:sp>
        <p:nvSpPr>
          <p:cNvPr id="220" name="TextBox 219">
            <a:extLst xmlns:a="http://schemas.openxmlformats.org/drawingml/2006/main">
              <a:ext uri="{FF2B5EF4-FFF2-40B4-BE49-F238E27FC236}">
                <a16:creationId xmlns:a16="http://schemas.microsoft.com/office/drawing/2014/main" id="{F2600048-4C3C-4851-AADF-BFE65D1A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213969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Nr4a3</a:t>
            </a:r>
          </a:p>
        </p:txBody>
      </p:sp>
      <p:sp>
        <p:nvSpPr>
          <p:cNvPr id="221" name="TextBox 220">
            <a:extLst xmlns:a="http://schemas.openxmlformats.org/drawingml/2006/main">
              <a:ext uri="{FF2B5EF4-FFF2-40B4-BE49-F238E27FC236}">
                <a16:creationId xmlns:a16="http://schemas.microsoft.com/office/drawing/2014/main" id="{3F9C1C95-6D85-44E8-89CF-D628E2B4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227502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Omg</a:t>
            </a:r>
          </a:p>
        </p:txBody>
      </p:sp>
      <p:sp>
        <p:nvSpPr>
          <p:cNvPr id="222" name="TextBox 221">
            <a:extLst xmlns:a="http://schemas.openxmlformats.org/drawingml/2006/main">
              <a:ext uri="{FF2B5EF4-FFF2-40B4-BE49-F238E27FC236}">
                <a16:creationId xmlns:a16="http://schemas.microsoft.com/office/drawing/2014/main" id="{BA9BF01A-6A83-41A1-B51D-446A935B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241035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Pcsk1</a:t>
            </a:r>
          </a:p>
        </p:txBody>
      </p:sp>
      <p:sp>
        <p:nvSpPr>
          <p:cNvPr id="223" name="TextBox 222">
            <a:extLst xmlns:a="http://schemas.openxmlformats.org/drawingml/2006/main">
              <a:ext uri="{FF2B5EF4-FFF2-40B4-BE49-F238E27FC236}">
                <a16:creationId xmlns:a16="http://schemas.microsoft.com/office/drawing/2014/main" id="{5303855B-3236-473A-8531-191CCA89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254568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Per1</a:t>
            </a:r>
          </a:p>
        </p:txBody>
      </p:sp>
      <p:sp>
        <p:nvSpPr>
          <p:cNvPr id="224" name="TextBox 223">
            <a:extLst xmlns:a="http://schemas.openxmlformats.org/drawingml/2006/main">
              <a:ext uri="{FF2B5EF4-FFF2-40B4-BE49-F238E27FC236}">
                <a16:creationId xmlns:a16="http://schemas.microsoft.com/office/drawing/2014/main" id="{5320D425-817A-4F8D-A0FE-B81DA261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268102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Per2</a:t>
            </a:r>
          </a:p>
        </p:txBody>
      </p:sp>
      <p:sp>
        <p:nvSpPr>
          <p:cNvPr id="225" name="TextBox 224">
            <a:extLst xmlns:a="http://schemas.openxmlformats.org/drawingml/2006/main">
              <a:ext uri="{FF2B5EF4-FFF2-40B4-BE49-F238E27FC236}">
                <a16:creationId xmlns:a16="http://schemas.microsoft.com/office/drawing/2014/main" id="{7F4042DC-E409-4852-B307-60C5E824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281635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Sema3e</a:t>
            </a:r>
          </a:p>
        </p:txBody>
      </p:sp>
      <p:sp>
        <p:nvSpPr>
          <p:cNvPr id="226" name="TextBox 225">
            <a:extLst xmlns:a="http://schemas.openxmlformats.org/drawingml/2006/main">
              <a:ext uri="{FF2B5EF4-FFF2-40B4-BE49-F238E27FC236}">
                <a16:creationId xmlns:a16="http://schemas.microsoft.com/office/drawing/2014/main" id="{43D1AD11-052E-4646-9EBC-BE24F983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295168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Smad5</a:t>
            </a:r>
          </a:p>
        </p:txBody>
      </p:sp>
      <p:sp>
        <p:nvSpPr>
          <p:cNvPr id="227" name="TextBox 226">
            <a:extLst xmlns:a="http://schemas.openxmlformats.org/drawingml/2006/main">
              <a:ext uri="{FF2B5EF4-FFF2-40B4-BE49-F238E27FC236}">
                <a16:creationId xmlns:a16="http://schemas.microsoft.com/office/drawing/2014/main" id="{252BDBAD-0365-4EAE-A3D8-C5DA6974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308701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Sox8</a:t>
            </a:r>
          </a:p>
        </p:txBody>
      </p:sp>
      <p:sp>
        <p:nvSpPr>
          <p:cNvPr id="228" name="TextBox 227">
            <a:extLst xmlns:a="http://schemas.openxmlformats.org/drawingml/2006/main">
              <a:ext uri="{FF2B5EF4-FFF2-40B4-BE49-F238E27FC236}">
                <a16:creationId xmlns:a16="http://schemas.microsoft.com/office/drawing/2014/main" id="{FFA6E836-F59C-410C-9756-0B5B3820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322234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Stk40</a:t>
            </a:r>
          </a:p>
        </p:txBody>
      </p:sp>
      <p:sp>
        <p:nvSpPr>
          <p:cNvPr id="229" name="TextBox 228">
            <a:extLst xmlns:a="http://schemas.openxmlformats.org/drawingml/2006/main">
              <a:ext uri="{FF2B5EF4-FFF2-40B4-BE49-F238E27FC236}">
                <a16:creationId xmlns:a16="http://schemas.microsoft.com/office/drawing/2014/main" id="{2C5EB4F1-BD0F-4862-AA62-CCE24F1E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335767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Tiparp</a:t>
            </a:r>
          </a:p>
        </p:txBody>
      </p:sp>
      <p:sp>
        <p:nvSpPr>
          <p:cNvPr id="230" name="TextBox 229">
            <a:extLst xmlns:a="http://schemas.openxmlformats.org/drawingml/2006/main">
              <a:ext uri="{FF2B5EF4-FFF2-40B4-BE49-F238E27FC236}">
                <a16:creationId xmlns:a16="http://schemas.microsoft.com/office/drawing/2014/main" id="{590C9880-8CCA-44A4-9CE2-CAB4B180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349300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Vps13a</a:t>
            </a:r>
          </a:p>
        </p:txBody>
      </p:sp>
      <p:sp>
        <p:nvSpPr>
          <p:cNvPr id="231" name="TextBox 230">
            <a:extLst xmlns:a="http://schemas.openxmlformats.org/drawingml/2006/main">
              <a:ext uri="{FF2B5EF4-FFF2-40B4-BE49-F238E27FC236}">
                <a16:creationId xmlns:a16="http://schemas.microsoft.com/office/drawing/2014/main" id="{6F022412-E289-4B0D-A489-D4BBCF6B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362833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Zdbf2</a:t>
            </a:r>
          </a:p>
        </p:txBody>
      </p:sp>
      <p:sp>
        <p:nvSpPr>
          <p:cNvPr id="232" name="TextBox 231">
            <a:extLst xmlns:a="http://schemas.openxmlformats.org/drawingml/2006/main">
              <a:ext uri="{FF2B5EF4-FFF2-40B4-BE49-F238E27FC236}">
                <a16:creationId xmlns:a16="http://schemas.microsoft.com/office/drawing/2014/main" id="{23F75FFE-B318-4E83-B86D-8E2366FA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376367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Zfp46</a:t>
            </a:r>
          </a:p>
        </p:txBody>
      </p:sp>
      <p:sp>
        <p:nvSpPr>
          <p:cNvPr id="233" name="TextBox 232">
            <a:extLst xmlns:a="http://schemas.openxmlformats.org/drawingml/2006/main">
              <a:ext uri="{FF2B5EF4-FFF2-40B4-BE49-F238E27FC236}">
                <a16:creationId xmlns:a16="http://schemas.microsoft.com/office/drawing/2014/main" id="{BDEAD4F4-F224-4F22-8B80-5F734AE9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389900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Zfp641</a:t>
            </a:r>
          </a:p>
        </p:txBody>
      </p:sp>
      <p:sp>
        <p:nvSpPr>
          <p:cNvPr id="234" name="TextBox 233">
            <a:extLst xmlns:a="http://schemas.openxmlformats.org/drawingml/2006/main">
              <a:ext uri="{FF2B5EF4-FFF2-40B4-BE49-F238E27FC236}">
                <a16:creationId xmlns:a16="http://schemas.microsoft.com/office/drawing/2014/main" id="{99C6F63A-7914-4C85-9587-7EFC0E7D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403433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Zfp933</a:t>
            </a:r>
          </a:p>
        </p:txBody>
      </p:sp>
      <p:sp>
        <p:nvSpPr>
          <p:cNvPr id="235" name="TextBox 234">
            <a:extLst xmlns:a="http://schemas.openxmlformats.org/drawingml/2006/main">
              <a:ext uri="{FF2B5EF4-FFF2-40B4-BE49-F238E27FC236}">
                <a16:creationId xmlns:a16="http://schemas.microsoft.com/office/drawing/2014/main" id="{3BBD8985-FB3E-4F27-A88D-3BD81CFB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416966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Zhx2</a:t>
            </a:r>
          </a:p>
        </p:txBody>
      </p:sp>
      <p:sp>
        <p:nvSpPr>
          <p:cNvPr id="236" name="TextBox 235">
            <a:extLst xmlns:a="http://schemas.openxmlformats.org/drawingml/2006/main">
              <a:ext uri="{FF2B5EF4-FFF2-40B4-BE49-F238E27FC236}">
                <a16:creationId xmlns:a16="http://schemas.microsoft.com/office/drawing/2014/main" id="{EB93C966-45AF-4930-9A84-E70DE267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430499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Zkscan16</a:t>
            </a:r>
          </a:p>
        </p:txBody>
      </p:sp>
      <p:sp>
        <p:nvSpPr>
          <p:cNvPr id="237" name="TextBox 236">
            <a:extLst xmlns:a="http://schemas.openxmlformats.org/drawingml/2006/main">
              <a:ext uri="{FF2B5EF4-FFF2-40B4-BE49-F238E27FC236}">
                <a16:creationId xmlns:a16="http://schemas.microsoft.com/office/drawing/2014/main" id="{AC4F1330-11A5-4327-B114-5C47F53A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444032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Zkscan2</a:t>
            </a:r>
          </a:p>
        </p:txBody>
      </p:sp>
      <p:sp>
        <p:nvSpPr>
          <p:cNvPr id="238" name="Rectangle 237">
            <a:extLst xmlns:a="http://schemas.openxmlformats.org/drawingml/2006/main">
              <a:ext uri="{FF2B5EF4-FFF2-40B4-BE49-F238E27FC236}">
                <a16:creationId xmlns:a16="http://schemas.microsoft.com/office/drawing/2014/main" id="{2DFDFD6E-43C0-492A-9618-8B9B9A8B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075" y="4724704"/>
            <a:ext cx="133959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6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9" name="TextBox 238">
            <a:extLst xmlns:a="http://schemas.openxmlformats.org/drawingml/2006/main">
              <a:ext uri="{FF2B5EF4-FFF2-40B4-BE49-F238E27FC236}">
                <a16:creationId xmlns:a16="http://schemas.microsoft.com/office/drawing/2014/main" id="{21310F48-33DE-4126-8EBC-BA4155A6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4721961"/>
            <a:ext cx="126644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Neuronal plasticity  (30)</a:t>
            </a:r>
          </a:p>
        </p:txBody>
      </p:sp>
      <p:sp>
        <p:nvSpPr>
          <p:cNvPr id="240" name="TextBox 239">
            <a:extLst xmlns:a="http://schemas.openxmlformats.org/drawingml/2006/main">
              <a:ext uri="{FF2B5EF4-FFF2-40B4-BE49-F238E27FC236}">
                <a16:creationId xmlns:a16="http://schemas.microsoft.com/office/drawing/2014/main" id="{E53B6FDA-693A-4FD7-89B0-F8CC4878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484632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Arhgap32</a:t>
            </a:r>
          </a:p>
        </p:txBody>
      </p:sp>
      <p:sp>
        <p:nvSpPr>
          <p:cNvPr id="241" name="TextBox 240">
            <a:extLst xmlns:a="http://schemas.openxmlformats.org/drawingml/2006/main">
              <a:ext uri="{FF2B5EF4-FFF2-40B4-BE49-F238E27FC236}">
                <a16:creationId xmlns:a16="http://schemas.microsoft.com/office/drawing/2014/main" id="{116DB59A-1BC3-4A38-80EA-F437D5B8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498165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Camk2a</a:t>
            </a:r>
          </a:p>
        </p:txBody>
      </p:sp>
      <p:sp>
        <p:nvSpPr>
          <p:cNvPr id="242" name="TextBox 241">
            <a:extLst xmlns:a="http://schemas.openxmlformats.org/drawingml/2006/main">
              <a:ext uri="{FF2B5EF4-FFF2-40B4-BE49-F238E27FC236}">
                <a16:creationId xmlns:a16="http://schemas.microsoft.com/office/drawing/2014/main" id="{10620773-A27E-4D76-AB07-7FAD0B1D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511698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Camk2b</a:t>
            </a:r>
          </a:p>
        </p:txBody>
      </p:sp>
      <p:sp>
        <p:nvSpPr>
          <p:cNvPr id="243" name="TextBox 242">
            <a:extLst xmlns:a="http://schemas.openxmlformats.org/drawingml/2006/main">
              <a:ext uri="{FF2B5EF4-FFF2-40B4-BE49-F238E27FC236}">
                <a16:creationId xmlns:a16="http://schemas.microsoft.com/office/drawing/2014/main" id="{9490682B-4D8A-4C40-A701-6419D306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525231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Cbln2</a:t>
            </a:r>
          </a:p>
        </p:txBody>
      </p:sp>
      <p:sp>
        <p:nvSpPr>
          <p:cNvPr id="244" name="TextBox 243">
            <a:extLst xmlns:a="http://schemas.openxmlformats.org/drawingml/2006/main">
              <a:ext uri="{FF2B5EF4-FFF2-40B4-BE49-F238E27FC236}">
                <a16:creationId xmlns:a16="http://schemas.microsoft.com/office/drawing/2014/main" id="{395884DC-771F-4D21-B8A1-602DA4D8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538764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Cdh8</a:t>
            </a:r>
          </a:p>
        </p:txBody>
      </p:sp>
      <p:sp>
        <p:nvSpPr>
          <p:cNvPr id="245" name="TextBox 244">
            <a:extLst xmlns:a="http://schemas.openxmlformats.org/drawingml/2006/main">
              <a:ext uri="{FF2B5EF4-FFF2-40B4-BE49-F238E27FC236}">
                <a16:creationId xmlns:a16="http://schemas.microsoft.com/office/drawing/2014/main" id="{E10CCB52-6763-4CCA-9985-1D2019F3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552297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Dlg4</a:t>
            </a:r>
          </a:p>
        </p:txBody>
      </p:sp>
      <p:sp>
        <p:nvSpPr>
          <p:cNvPr id="246" name="TextBox 245">
            <a:extLst xmlns:a="http://schemas.openxmlformats.org/drawingml/2006/main">
              <a:ext uri="{FF2B5EF4-FFF2-40B4-BE49-F238E27FC236}">
                <a16:creationId xmlns:a16="http://schemas.microsoft.com/office/drawing/2014/main" id="{2157C836-6D8B-4B28-8A3B-D187A6C9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565830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Gphn</a:t>
            </a:r>
          </a:p>
        </p:txBody>
      </p:sp>
      <p:sp>
        <p:nvSpPr>
          <p:cNvPr id="247" name="TextBox 246">
            <a:extLst xmlns:a="http://schemas.openxmlformats.org/drawingml/2006/main">
              <a:ext uri="{FF2B5EF4-FFF2-40B4-BE49-F238E27FC236}">
                <a16:creationId xmlns:a16="http://schemas.microsoft.com/office/drawing/2014/main" id="{93C249B8-CD74-4AEC-B0F6-8EF37B2D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579363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Gria1</a:t>
            </a:r>
          </a:p>
        </p:txBody>
      </p:sp>
      <p:sp>
        <p:nvSpPr>
          <p:cNvPr id="248" name="TextBox 247">
            <a:extLst xmlns:a="http://schemas.openxmlformats.org/drawingml/2006/main">
              <a:ext uri="{FF2B5EF4-FFF2-40B4-BE49-F238E27FC236}">
                <a16:creationId xmlns:a16="http://schemas.microsoft.com/office/drawing/2014/main" id="{5184EB7D-CA75-4A65-8353-87452D23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592896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Gria2</a:t>
            </a:r>
          </a:p>
        </p:txBody>
      </p:sp>
      <p:sp>
        <p:nvSpPr>
          <p:cNvPr id="249" name="TextBox 248">
            <a:extLst xmlns:a="http://schemas.openxmlformats.org/drawingml/2006/main">
              <a:ext uri="{FF2B5EF4-FFF2-40B4-BE49-F238E27FC236}">
                <a16:creationId xmlns:a16="http://schemas.microsoft.com/office/drawing/2014/main" id="{DE439B50-B03A-4049-B6FE-8B1CEEF7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606430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Gria3</a:t>
            </a:r>
          </a:p>
        </p:txBody>
      </p:sp>
      <p:sp>
        <p:nvSpPr>
          <p:cNvPr id="250" name="TextBox 249">
            <a:extLst xmlns:a="http://schemas.openxmlformats.org/drawingml/2006/main">
              <a:ext uri="{FF2B5EF4-FFF2-40B4-BE49-F238E27FC236}">
                <a16:creationId xmlns:a16="http://schemas.microsoft.com/office/drawing/2014/main" id="{99066DB6-739B-4267-ADCA-CF7A6032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1" y="619963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Gria4</a:t>
            </a:r>
          </a:p>
        </p:txBody>
      </p:sp>
      <p:sp>
        <p:nvSpPr>
          <p:cNvPr id="251" name="TextBox 250">
            <a:extLst xmlns:a="http://schemas.openxmlformats.org/drawingml/2006/main">
              <a:ext uri="{FF2B5EF4-FFF2-40B4-BE49-F238E27FC236}">
                <a16:creationId xmlns:a16="http://schemas.microsoft.com/office/drawing/2014/main" id="{22384CF8-ADF0-4FAF-8971-3D127D1F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78638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Grin1</a:t>
            </a:r>
          </a:p>
        </p:txBody>
      </p:sp>
      <p:sp>
        <p:nvSpPr>
          <p:cNvPr id="252" name="TextBox 251">
            <a:extLst xmlns:a="http://schemas.openxmlformats.org/drawingml/2006/main">
              <a:ext uri="{FF2B5EF4-FFF2-40B4-BE49-F238E27FC236}">
                <a16:creationId xmlns:a16="http://schemas.microsoft.com/office/drawing/2014/main" id="{81BC27B4-F649-4799-B6D6-4D79DD4E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92171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Grin2a</a:t>
            </a:r>
          </a:p>
        </p:txBody>
      </p:sp>
      <p:sp>
        <p:nvSpPr>
          <p:cNvPr id="253" name="TextBox 252">
            <a:extLst xmlns:a="http://schemas.openxmlformats.org/drawingml/2006/main">
              <a:ext uri="{FF2B5EF4-FFF2-40B4-BE49-F238E27FC236}">
                <a16:creationId xmlns:a16="http://schemas.microsoft.com/office/drawing/2014/main" id="{55E3E4DF-2CFF-4684-B55C-DE47D31B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105704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Grin2b</a:t>
            </a:r>
          </a:p>
        </p:txBody>
      </p:sp>
      <p:sp>
        <p:nvSpPr>
          <p:cNvPr id="254" name="TextBox 253">
            <a:extLst xmlns:a="http://schemas.openxmlformats.org/drawingml/2006/main">
              <a:ext uri="{FF2B5EF4-FFF2-40B4-BE49-F238E27FC236}">
                <a16:creationId xmlns:a16="http://schemas.microsoft.com/office/drawing/2014/main" id="{E1D898DD-25A3-4096-9265-BDB0F962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119237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Grin3a</a:t>
            </a:r>
          </a:p>
        </p:txBody>
      </p:sp>
      <p:sp>
        <p:nvSpPr>
          <p:cNvPr id="255" name="TextBox 254">
            <a:extLst xmlns:a="http://schemas.openxmlformats.org/drawingml/2006/main">
              <a:ext uri="{FF2B5EF4-FFF2-40B4-BE49-F238E27FC236}">
                <a16:creationId xmlns:a16="http://schemas.microsoft.com/office/drawing/2014/main" id="{F7520299-DA3D-44C3-9301-67F93FD5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132770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Lrrtm2</a:t>
            </a:r>
          </a:p>
        </p:txBody>
      </p:sp>
      <p:sp>
        <p:nvSpPr>
          <p:cNvPr id="256" name="TextBox 255">
            <a:extLst xmlns:a="http://schemas.openxmlformats.org/drawingml/2006/main">
              <a:ext uri="{FF2B5EF4-FFF2-40B4-BE49-F238E27FC236}">
                <a16:creationId xmlns:a16="http://schemas.microsoft.com/office/drawing/2014/main" id="{304C5B68-3436-4EE3-8D64-366D8159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146304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Nlgn1</a:t>
            </a:r>
          </a:p>
        </p:txBody>
      </p:sp>
      <p:sp>
        <p:nvSpPr>
          <p:cNvPr id="257" name="TextBox 256">
            <a:extLst xmlns:a="http://schemas.openxmlformats.org/drawingml/2006/main">
              <a:ext uri="{FF2B5EF4-FFF2-40B4-BE49-F238E27FC236}">
                <a16:creationId xmlns:a16="http://schemas.microsoft.com/office/drawing/2014/main" id="{BCF5D3D7-9DBE-48FB-9732-3CA92795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159837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Nrxn1</a:t>
            </a:r>
          </a:p>
        </p:txBody>
      </p:sp>
      <p:sp>
        <p:nvSpPr>
          <p:cNvPr id="258" name="TextBox 257">
            <a:extLst xmlns:a="http://schemas.openxmlformats.org/drawingml/2006/main">
              <a:ext uri="{FF2B5EF4-FFF2-40B4-BE49-F238E27FC236}">
                <a16:creationId xmlns:a16="http://schemas.microsoft.com/office/drawing/2014/main" id="{072D5AF5-E030-4F05-9E4C-ACA6A5FF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173370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Nrxn3</a:t>
            </a:r>
          </a:p>
        </p:txBody>
      </p:sp>
      <p:sp>
        <p:nvSpPr>
          <p:cNvPr id="259" name="TextBox 258">
            <a:extLst xmlns:a="http://schemas.openxmlformats.org/drawingml/2006/main">
              <a:ext uri="{FF2B5EF4-FFF2-40B4-BE49-F238E27FC236}">
                <a16:creationId xmlns:a16="http://schemas.microsoft.com/office/drawing/2014/main" id="{51E19B24-48DB-4521-BDDE-E65E386C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186903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Ntrk2</a:t>
            </a:r>
          </a:p>
        </p:txBody>
      </p:sp>
      <p:sp>
        <p:nvSpPr>
          <p:cNvPr id="260" name="TextBox 259">
            <a:extLst xmlns:a="http://schemas.openxmlformats.org/drawingml/2006/main">
              <a:ext uri="{FF2B5EF4-FFF2-40B4-BE49-F238E27FC236}">
                <a16:creationId xmlns:a16="http://schemas.microsoft.com/office/drawing/2014/main" id="{80DD42D9-9FA2-48B5-808F-C37521C8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200436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Ntrk3</a:t>
            </a:r>
          </a:p>
        </p:txBody>
      </p:sp>
      <p:sp>
        <p:nvSpPr>
          <p:cNvPr id="261" name="TextBox 260">
            <a:extLst xmlns:a="http://schemas.openxmlformats.org/drawingml/2006/main">
              <a:ext uri="{FF2B5EF4-FFF2-40B4-BE49-F238E27FC236}">
                <a16:creationId xmlns:a16="http://schemas.microsoft.com/office/drawing/2014/main" id="{E71F2E3E-E93E-43C5-A0D5-3AA66DC4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213969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Pak1</a:t>
            </a:r>
          </a:p>
        </p:txBody>
      </p:sp>
      <p:sp>
        <p:nvSpPr>
          <p:cNvPr id="262" name="TextBox 261">
            <a:extLst xmlns:a="http://schemas.openxmlformats.org/drawingml/2006/main">
              <a:ext uri="{FF2B5EF4-FFF2-40B4-BE49-F238E27FC236}">
                <a16:creationId xmlns:a16="http://schemas.microsoft.com/office/drawing/2014/main" id="{F4407FBD-B469-45AD-A454-B0CB6562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227502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Pcdh8</a:t>
            </a:r>
          </a:p>
        </p:txBody>
      </p:sp>
      <p:sp>
        <p:nvSpPr>
          <p:cNvPr id="263" name="TextBox 262">
            <a:extLst xmlns:a="http://schemas.openxmlformats.org/drawingml/2006/main">
              <a:ext uri="{FF2B5EF4-FFF2-40B4-BE49-F238E27FC236}">
                <a16:creationId xmlns:a16="http://schemas.microsoft.com/office/drawing/2014/main" id="{E8C69989-F1D9-4BA1-8A02-7297E52E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241035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Ppp1r1b</a:t>
            </a:r>
          </a:p>
        </p:txBody>
      </p:sp>
      <p:sp>
        <p:nvSpPr>
          <p:cNvPr id="264" name="TextBox 263">
            <a:extLst xmlns:a="http://schemas.openxmlformats.org/drawingml/2006/main">
              <a:ext uri="{FF2B5EF4-FFF2-40B4-BE49-F238E27FC236}">
                <a16:creationId xmlns:a16="http://schemas.microsoft.com/office/drawing/2014/main" id="{1D80590A-6147-423D-BB71-1BE511DF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254568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Rgs4</a:t>
            </a:r>
          </a:p>
        </p:txBody>
      </p:sp>
      <p:sp>
        <p:nvSpPr>
          <p:cNvPr id="265" name="TextBox 264">
            <a:extLst xmlns:a="http://schemas.openxmlformats.org/drawingml/2006/main">
              <a:ext uri="{FF2B5EF4-FFF2-40B4-BE49-F238E27FC236}">
                <a16:creationId xmlns:a16="http://schemas.microsoft.com/office/drawing/2014/main" id="{69D8BF3C-86B8-4893-A2E3-AB1B9850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268102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Shank3</a:t>
            </a:r>
          </a:p>
        </p:txBody>
      </p:sp>
      <p:sp>
        <p:nvSpPr>
          <p:cNvPr id="266" name="TextBox 265">
            <a:extLst xmlns:a="http://schemas.openxmlformats.org/drawingml/2006/main">
              <a:ext uri="{FF2B5EF4-FFF2-40B4-BE49-F238E27FC236}">
                <a16:creationId xmlns:a16="http://schemas.microsoft.com/office/drawing/2014/main" id="{2C1730F1-D3F7-47D5-BD48-31E27A76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281635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St8sia2</a:t>
            </a:r>
          </a:p>
        </p:txBody>
      </p:sp>
      <p:sp>
        <p:nvSpPr>
          <p:cNvPr id="267" name="TextBox 266">
            <a:extLst xmlns:a="http://schemas.openxmlformats.org/drawingml/2006/main">
              <a:ext uri="{FF2B5EF4-FFF2-40B4-BE49-F238E27FC236}">
                <a16:creationId xmlns:a16="http://schemas.microsoft.com/office/drawing/2014/main" id="{DB9DD034-E649-4F5F-B497-8490D10C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295168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Syn1</a:t>
            </a:r>
          </a:p>
        </p:txBody>
      </p:sp>
      <p:sp>
        <p:nvSpPr>
          <p:cNvPr id="268" name="TextBox 267">
            <a:extLst xmlns:a="http://schemas.openxmlformats.org/drawingml/2006/main">
              <a:ext uri="{FF2B5EF4-FFF2-40B4-BE49-F238E27FC236}">
                <a16:creationId xmlns:a16="http://schemas.microsoft.com/office/drawing/2014/main" id="{885AEE8F-ECE1-4B9C-96A2-D20D278A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308701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Syngap1</a:t>
            </a:r>
          </a:p>
        </p:txBody>
      </p:sp>
      <p:sp>
        <p:nvSpPr>
          <p:cNvPr id="269" name="TextBox 268">
            <a:extLst xmlns:a="http://schemas.openxmlformats.org/drawingml/2006/main">
              <a:ext uri="{FF2B5EF4-FFF2-40B4-BE49-F238E27FC236}">
                <a16:creationId xmlns:a16="http://schemas.microsoft.com/office/drawing/2014/main" id="{42821441-ADA1-4E58-911C-5520EFFB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322234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Syp</a:t>
            </a:r>
          </a:p>
        </p:txBody>
      </p:sp>
      <p:sp>
        <p:nvSpPr>
          <p:cNvPr id="270" name="Rectangle 269">
            <a:extLst xmlns:a="http://schemas.openxmlformats.org/drawingml/2006/main">
              <a:ext uri="{FF2B5EF4-FFF2-40B4-BE49-F238E27FC236}">
                <a16:creationId xmlns:a16="http://schemas.microsoft.com/office/drawing/2014/main" id="{A77AC209-A423-4F3E-ACD9-EAB4B1D3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3506724"/>
            <a:ext cx="133959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1" name="TextBox 270">
            <a:extLst xmlns:a="http://schemas.openxmlformats.org/drawingml/2006/main">
              <a:ext uri="{FF2B5EF4-FFF2-40B4-BE49-F238E27FC236}">
                <a16:creationId xmlns:a16="http://schemas.microsoft.com/office/drawing/2014/main" id="{90F994B4-59E6-493E-A7D7-88015FCC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3503980"/>
            <a:ext cx="126644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Activity / immediate-early  (19)</a:t>
            </a:r>
          </a:p>
        </p:txBody>
      </p:sp>
      <p:sp>
        <p:nvSpPr>
          <p:cNvPr id="272" name="TextBox 271">
            <a:extLst xmlns:a="http://schemas.openxmlformats.org/drawingml/2006/main">
              <a:ext uri="{FF2B5EF4-FFF2-40B4-BE49-F238E27FC236}">
                <a16:creationId xmlns:a16="http://schemas.microsoft.com/office/drawing/2014/main" id="{8A0B9904-7979-4EE0-8F2B-B01BCE71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362833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Arc</a:t>
            </a:r>
          </a:p>
        </p:txBody>
      </p:sp>
      <p:sp>
        <p:nvSpPr>
          <p:cNvPr id="273" name="TextBox 272">
            <a:extLst xmlns:a="http://schemas.openxmlformats.org/drawingml/2006/main">
              <a:ext uri="{FF2B5EF4-FFF2-40B4-BE49-F238E27FC236}">
                <a16:creationId xmlns:a16="http://schemas.microsoft.com/office/drawing/2014/main" id="{5937359D-7681-46A3-BA50-ABA95DD5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376367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Btg2</a:t>
            </a:r>
          </a:p>
        </p:txBody>
      </p:sp>
      <p:sp>
        <p:nvSpPr>
          <p:cNvPr id="274" name="TextBox 273">
            <a:extLst xmlns:a="http://schemas.openxmlformats.org/drawingml/2006/main">
              <a:ext uri="{FF2B5EF4-FFF2-40B4-BE49-F238E27FC236}">
                <a16:creationId xmlns:a16="http://schemas.microsoft.com/office/drawing/2014/main" id="{8854A635-A16D-4737-B86C-3C5FF3B1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389900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Egr1</a:t>
            </a:r>
          </a:p>
        </p:txBody>
      </p:sp>
      <p:sp>
        <p:nvSpPr>
          <p:cNvPr id="275" name="TextBox 274">
            <a:extLst xmlns:a="http://schemas.openxmlformats.org/drawingml/2006/main">
              <a:ext uri="{FF2B5EF4-FFF2-40B4-BE49-F238E27FC236}">
                <a16:creationId xmlns:a16="http://schemas.microsoft.com/office/drawing/2014/main" id="{982149A3-7BC1-4578-9692-EA31BFC0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403433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Egr2</a:t>
            </a:r>
          </a:p>
        </p:txBody>
      </p:sp>
      <p:sp>
        <p:nvSpPr>
          <p:cNvPr id="276" name="TextBox 275">
            <a:extLst xmlns:a="http://schemas.openxmlformats.org/drawingml/2006/main">
              <a:ext uri="{FF2B5EF4-FFF2-40B4-BE49-F238E27FC236}">
                <a16:creationId xmlns:a16="http://schemas.microsoft.com/office/drawing/2014/main" id="{FD3E9F63-14D1-4969-81A1-2BC290D7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416966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Fos</a:t>
            </a:r>
          </a:p>
        </p:txBody>
      </p:sp>
      <p:sp>
        <p:nvSpPr>
          <p:cNvPr id="277" name="TextBox 276">
            <a:extLst xmlns:a="http://schemas.openxmlformats.org/drawingml/2006/main">
              <a:ext uri="{FF2B5EF4-FFF2-40B4-BE49-F238E27FC236}">
                <a16:creationId xmlns:a16="http://schemas.microsoft.com/office/drawing/2014/main" id="{562B960C-6059-476C-83E5-78686B5F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430499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Fosb</a:t>
            </a:r>
          </a:p>
        </p:txBody>
      </p:sp>
      <p:sp>
        <p:nvSpPr>
          <p:cNvPr id="278" name="TextBox 277">
            <a:extLst xmlns:a="http://schemas.openxmlformats.org/drawingml/2006/main">
              <a:ext uri="{FF2B5EF4-FFF2-40B4-BE49-F238E27FC236}">
                <a16:creationId xmlns:a16="http://schemas.microsoft.com/office/drawing/2014/main" id="{B5F1054E-9611-430F-AEAA-A3C1B4CB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444032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Homer1</a:t>
            </a:r>
          </a:p>
        </p:txBody>
      </p:sp>
      <p:sp>
        <p:nvSpPr>
          <p:cNvPr id="279" name="TextBox 278">
            <a:extLst xmlns:a="http://schemas.openxmlformats.org/drawingml/2006/main">
              <a:ext uri="{FF2B5EF4-FFF2-40B4-BE49-F238E27FC236}">
                <a16:creationId xmlns:a16="http://schemas.microsoft.com/office/drawing/2014/main" id="{AF91399D-7A65-4245-9726-DEB300F2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457565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Ier2</a:t>
            </a:r>
          </a:p>
        </p:txBody>
      </p:sp>
      <p:sp>
        <p:nvSpPr>
          <p:cNvPr id="280" name="TextBox 279">
            <a:extLst xmlns:a="http://schemas.openxmlformats.org/drawingml/2006/main">
              <a:ext uri="{FF2B5EF4-FFF2-40B4-BE49-F238E27FC236}">
                <a16:creationId xmlns:a16="http://schemas.microsoft.com/office/drawing/2014/main" id="{F53B1433-0EA1-45D2-8173-2B6227B5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471098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Jun</a:t>
            </a:r>
          </a:p>
        </p:txBody>
      </p:sp>
      <p:sp>
        <p:nvSpPr>
          <p:cNvPr id="281" name="TextBox 280">
            <a:extLst xmlns:a="http://schemas.openxmlformats.org/drawingml/2006/main">
              <a:ext uri="{FF2B5EF4-FFF2-40B4-BE49-F238E27FC236}">
                <a16:creationId xmlns:a16="http://schemas.microsoft.com/office/drawing/2014/main" id="{16D47264-A675-451D-9BC2-C5983BE2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484632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Junb</a:t>
            </a:r>
          </a:p>
        </p:txBody>
      </p:sp>
      <p:sp>
        <p:nvSpPr>
          <p:cNvPr id="282" name="TextBox 281">
            <a:extLst xmlns:a="http://schemas.openxmlformats.org/drawingml/2006/main">
              <a:ext uri="{FF2B5EF4-FFF2-40B4-BE49-F238E27FC236}">
                <a16:creationId xmlns:a16="http://schemas.microsoft.com/office/drawing/2014/main" id="{93AE14AB-EB02-4189-8B40-D5B465F0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498165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Jund</a:t>
            </a:r>
          </a:p>
        </p:txBody>
      </p:sp>
      <p:sp>
        <p:nvSpPr>
          <p:cNvPr id="283" name="TextBox 282">
            <a:extLst xmlns:a="http://schemas.openxmlformats.org/drawingml/2006/main">
              <a:ext uri="{FF2B5EF4-FFF2-40B4-BE49-F238E27FC236}">
                <a16:creationId xmlns:a16="http://schemas.microsoft.com/office/drawing/2014/main" id="{325DDE89-EB52-4197-8C2B-E59C3DFD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511698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Npas4</a:t>
            </a:r>
          </a:p>
        </p:txBody>
      </p:sp>
      <p:sp>
        <p:nvSpPr>
          <p:cNvPr id="284" name="TextBox 283">
            <a:extLst xmlns:a="http://schemas.openxmlformats.org/drawingml/2006/main">
              <a:ext uri="{FF2B5EF4-FFF2-40B4-BE49-F238E27FC236}">
                <a16:creationId xmlns:a16="http://schemas.microsoft.com/office/drawing/2014/main" id="{B3CB19A5-2CF5-4FC5-A06E-29929D45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525231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Nr4a1</a:t>
            </a:r>
          </a:p>
        </p:txBody>
      </p:sp>
      <p:sp>
        <p:nvSpPr>
          <p:cNvPr id="285" name="TextBox 284">
            <a:extLst xmlns:a="http://schemas.openxmlformats.org/drawingml/2006/main">
              <a:ext uri="{FF2B5EF4-FFF2-40B4-BE49-F238E27FC236}">
                <a16:creationId xmlns:a16="http://schemas.microsoft.com/office/drawing/2014/main" id="{5A8CAEE4-76E1-4358-86B6-9D4A1C3A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538764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Nr4a2</a:t>
            </a:r>
          </a:p>
        </p:txBody>
      </p:sp>
      <p:sp>
        <p:nvSpPr>
          <p:cNvPr id="286" name="TextBox 285">
            <a:extLst xmlns:a="http://schemas.openxmlformats.org/drawingml/2006/main">
              <a:ext uri="{FF2B5EF4-FFF2-40B4-BE49-F238E27FC236}">
                <a16:creationId xmlns:a16="http://schemas.microsoft.com/office/drawing/2014/main" id="{899B9BE3-0491-4504-9621-4FD74CB6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552297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Rgs2</a:t>
            </a:r>
          </a:p>
        </p:txBody>
      </p:sp>
      <p:sp>
        <p:nvSpPr>
          <p:cNvPr id="287" name="TextBox 286">
            <a:extLst xmlns:a="http://schemas.openxmlformats.org/drawingml/2006/main">
              <a:ext uri="{FF2B5EF4-FFF2-40B4-BE49-F238E27FC236}">
                <a16:creationId xmlns:a16="http://schemas.microsoft.com/office/drawing/2014/main" id="{51F3DE1C-F2C2-49AD-A743-E7A9DE87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565830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Scg2</a:t>
            </a:r>
          </a:p>
        </p:txBody>
      </p:sp>
      <p:sp>
        <p:nvSpPr>
          <p:cNvPr id="288" name="TextBox 287">
            <a:extLst xmlns:a="http://schemas.openxmlformats.org/drawingml/2006/main">
              <a:ext uri="{FF2B5EF4-FFF2-40B4-BE49-F238E27FC236}">
                <a16:creationId xmlns:a16="http://schemas.microsoft.com/office/drawing/2014/main" id="{35C302E6-3314-4B99-8FD4-B3A0B4DD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579363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Sgk1</a:t>
            </a:r>
          </a:p>
        </p:txBody>
      </p:sp>
      <p:sp>
        <p:nvSpPr>
          <p:cNvPr id="289" name="TextBox 288">
            <a:extLst xmlns:a="http://schemas.openxmlformats.org/drawingml/2006/main">
              <a:ext uri="{FF2B5EF4-FFF2-40B4-BE49-F238E27FC236}">
                <a16:creationId xmlns:a16="http://schemas.microsoft.com/office/drawing/2014/main" id="{7BE26DEB-EA45-45D1-B7F4-7337227A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592896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Sik1</a:t>
            </a:r>
          </a:p>
        </p:txBody>
      </p:sp>
      <p:sp>
        <p:nvSpPr>
          <p:cNvPr id="290" name="TextBox 289">
            <a:extLst xmlns:a="http://schemas.openxmlformats.org/drawingml/2006/main">
              <a:ext uri="{FF2B5EF4-FFF2-40B4-BE49-F238E27FC236}">
                <a16:creationId xmlns:a16="http://schemas.microsoft.com/office/drawing/2014/main" id="{19F1A1E1-35DF-4E97-B195-B46AFA82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606430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Vgf</a:t>
            </a:r>
          </a:p>
        </p:txBody>
      </p:sp>
      <p:sp>
        <p:nvSpPr>
          <p:cNvPr id="291" name="Rectangle 290">
            <a:extLst xmlns:a="http://schemas.openxmlformats.org/drawingml/2006/main">
              <a:ext uri="{FF2B5EF4-FFF2-40B4-BE49-F238E27FC236}">
                <a16:creationId xmlns:a16="http://schemas.microsoft.com/office/drawing/2014/main" id="{C42C81AE-09D8-481D-82F6-4A7A20AA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148" y="800100"/>
            <a:ext cx="133959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2" name="TextBox 291">
            <a:extLst xmlns:a="http://schemas.openxmlformats.org/drawingml/2006/main">
              <a:ext uri="{FF2B5EF4-FFF2-40B4-BE49-F238E27FC236}">
                <a16:creationId xmlns:a16="http://schemas.microsoft.com/office/drawing/2014/main" id="{61F3065B-F52F-4F08-96D6-A203BA26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797356"/>
            <a:ext cx="126644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Transcription factors  (13)</a:t>
            </a:r>
          </a:p>
        </p:txBody>
      </p:sp>
      <p:sp>
        <p:nvSpPr>
          <p:cNvPr id="293" name="TextBox 292">
            <a:extLst xmlns:a="http://schemas.openxmlformats.org/drawingml/2006/main">
              <a:ext uri="{FF2B5EF4-FFF2-40B4-BE49-F238E27FC236}">
                <a16:creationId xmlns:a16="http://schemas.microsoft.com/office/drawing/2014/main" id="{2F56E822-3502-4360-878C-B6D1AC97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92171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Bcl11b</a:t>
            </a:r>
          </a:p>
        </p:txBody>
      </p:sp>
      <p:sp>
        <p:nvSpPr>
          <p:cNvPr id="294" name="TextBox 293">
            <a:extLst xmlns:a="http://schemas.openxmlformats.org/drawingml/2006/main">
              <a:ext uri="{FF2B5EF4-FFF2-40B4-BE49-F238E27FC236}">
                <a16:creationId xmlns:a16="http://schemas.microsoft.com/office/drawing/2014/main" id="{61D44A7A-8B07-41A6-A680-AD45B2AB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105704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Bhlhe22</a:t>
            </a:r>
          </a:p>
        </p:txBody>
      </p:sp>
      <p:sp>
        <p:nvSpPr>
          <p:cNvPr id="295" name="TextBox 294">
            <a:extLst xmlns:a="http://schemas.openxmlformats.org/drawingml/2006/main">
              <a:ext uri="{FF2B5EF4-FFF2-40B4-BE49-F238E27FC236}">
                <a16:creationId xmlns:a16="http://schemas.microsoft.com/office/drawing/2014/main" id="{79849BBF-9329-4786-ABDC-C6BE1D2A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119237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Dlx1</a:t>
            </a:r>
          </a:p>
        </p:txBody>
      </p:sp>
      <p:sp>
        <p:nvSpPr>
          <p:cNvPr id="296" name="TextBox 295">
            <a:extLst xmlns:a="http://schemas.openxmlformats.org/drawingml/2006/main">
              <a:ext uri="{FF2B5EF4-FFF2-40B4-BE49-F238E27FC236}">
                <a16:creationId xmlns:a16="http://schemas.microsoft.com/office/drawing/2014/main" id="{216195D1-429C-4477-9FA8-C15E3029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132770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Etv1</a:t>
            </a:r>
          </a:p>
        </p:txBody>
      </p:sp>
      <p:sp>
        <p:nvSpPr>
          <p:cNvPr id="297" name="TextBox 296">
            <a:extLst xmlns:a="http://schemas.openxmlformats.org/drawingml/2006/main">
              <a:ext uri="{FF2B5EF4-FFF2-40B4-BE49-F238E27FC236}">
                <a16:creationId xmlns:a16="http://schemas.microsoft.com/office/drawing/2014/main" id="{76D97AB1-6641-4ACD-A12B-3D19046C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146304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Fezf2</a:t>
            </a:r>
          </a:p>
        </p:txBody>
      </p:sp>
      <p:sp>
        <p:nvSpPr>
          <p:cNvPr id="298" name="TextBox 297">
            <a:extLst xmlns:a="http://schemas.openxmlformats.org/drawingml/2006/main">
              <a:ext uri="{FF2B5EF4-FFF2-40B4-BE49-F238E27FC236}">
                <a16:creationId xmlns:a16="http://schemas.microsoft.com/office/drawing/2014/main" id="{41B45CCC-4C1D-4E17-8A27-90E9C886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159837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Foxp1</a:t>
            </a:r>
          </a:p>
        </p:txBody>
      </p:sp>
      <p:sp>
        <p:nvSpPr>
          <p:cNvPr id="299" name="TextBox 298">
            <a:extLst xmlns:a="http://schemas.openxmlformats.org/drawingml/2006/main">
              <a:ext uri="{FF2B5EF4-FFF2-40B4-BE49-F238E27FC236}">
                <a16:creationId xmlns:a16="http://schemas.microsoft.com/office/drawing/2014/main" id="{C804854C-E3EC-44A8-867A-218EDEB9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173370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Isl1</a:t>
            </a:r>
          </a:p>
        </p:txBody>
      </p:sp>
      <p:sp>
        <p:nvSpPr>
          <p:cNvPr id="300" name="TextBox 299">
            <a:extLst xmlns:a="http://schemas.openxmlformats.org/drawingml/2006/main">
              <a:ext uri="{FF2B5EF4-FFF2-40B4-BE49-F238E27FC236}">
                <a16:creationId xmlns:a16="http://schemas.microsoft.com/office/drawing/2014/main" id="{A1FA1431-8A4C-4CE0-9690-2F28C7F8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186903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Meis2</a:t>
            </a:r>
          </a:p>
        </p:txBody>
      </p:sp>
      <p:sp>
        <p:nvSpPr>
          <p:cNvPr id="301" name="TextBox 300">
            <a:extLst xmlns:a="http://schemas.openxmlformats.org/drawingml/2006/main">
              <a:ext uri="{FF2B5EF4-FFF2-40B4-BE49-F238E27FC236}">
                <a16:creationId xmlns:a16="http://schemas.microsoft.com/office/drawing/2014/main" id="{0BDC549C-CED4-4838-8189-A30786F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200436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Neurod6</a:t>
            </a:r>
          </a:p>
        </p:txBody>
      </p:sp>
      <p:sp>
        <p:nvSpPr>
          <p:cNvPr id="302" name="TextBox 301">
            <a:extLst xmlns:a="http://schemas.openxmlformats.org/drawingml/2006/main">
              <a:ext uri="{FF2B5EF4-FFF2-40B4-BE49-F238E27FC236}">
                <a16:creationId xmlns:a16="http://schemas.microsoft.com/office/drawing/2014/main" id="{00216C62-9F8D-4E02-88A2-464D773F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213969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Satb2</a:t>
            </a:r>
          </a:p>
        </p:txBody>
      </p:sp>
      <p:sp>
        <p:nvSpPr>
          <p:cNvPr id="303" name="TextBox 302">
            <a:extLst xmlns:a="http://schemas.openxmlformats.org/drawingml/2006/main">
              <a:ext uri="{FF2B5EF4-FFF2-40B4-BE49-F238E27FC236}">
                <a16:creationId xmlns:a16="http://schemas.microsoft.com/office/drawing/2014/main" id="{C47B5EAA-DA3E-4163-877D-F5BE6E69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2275027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Tbr1</a:t>
            </a:r>
          </a:p>
        </p:txBody>
      </p:sp>
      <p:sp>
        <p:nvSpPr>
          <p:cNvPr id="304" name="TextBox 303">
            <a:extLst xmlns:a="http://schemas.openxmlformats.org/drawingml/2006/main">
              <a:ext uri="{FF2B5EF4-FFF2-40B4-BE49-F238E27FC236}">
                <a16:creationId xmlns:a16="http://schemas.microsoft.com/office/drawing/2014/main" id="{2BE7676A-5F3E-43D7-8425-B82DD3EB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241035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Tle4</a:t>
            </a:r>
          </a:p>
        </p:txBody>
      </p:sp>
      <p:sp>
        <p:nvSpPr>
          <p:cNvPr id="305" name="TextBox 304">
            <a:extLst xmlns:a="http://schemas.openxmlformats.org/drawingml/2006/main">
              <a:ext uri="{FF2B5EF4-FFF2-40B4-BE49-F238E27FC236}">
                <a16:creationId xmlns:a16="http://schemas.microsoft.com/office/drawing/2014/main" id="{6DC7577D-B554-41DD-B0C9-07399223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254568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Zic2</a:t>
            </a:r>
          </a:p>
        </p:txBody>
      </p:sp>
      <p:sp>
        <p:nvSpPr>
          <p:cNvPr id="306" name="Rectangle 305">
            <a:extLst xmlns:a="http://schemas.openxmlformats.org/drawingml/2006/main">
              <a:ext uri="{FF2B5EF4-FFF2-40B4-BE49-F238E27FC236}">
                <a16:creationId xmlns:a16="http://schemas.microsoft.com/office/drawing/2014/main" id="{CE71DD51-0DB7-4E47-813B-09184232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148" y="2830068"/>
            <a:ext cx="133959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7" name="TextBox 306">
            <a:extLst xmlns:a="http://schemas.openxmlformats.org/drawingml/2006/main">
              <a:ext uri="{FF2B5EF4-FFF2-40B4-BE49-F238E27FC236}">
                <a16:creationId xmlns:a16="http://schemas.microsoft.com/office/drawing/2014/main" id="{3B560F04-D71E-4195-8322-3AFCEC24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2827324"/>
            <a:ext cx="126644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8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Circadian  (10)</a:t>
            </a:r>
          </a:p>
        </p:txBody>
      </p:sp>
      <p:sp>
        <p:nvSpPr>
          <p:cNvPr id="308" name="TextBox 307">
            <a:extLst xmlns:a="http://schemas.openxmlformats.org/drawingml/2006/main">
              <a:ext uri="{FF2B5EF4-FFF2-40B4-BE49-F238E27FC236}">
                <a16:creationId xmlns:a16="http://schemas.microsoft.com/office/drawing/2014/main" id="{FBF21594-241A-457C-A2AC-B5FE31F8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295168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Arntl</a:t>
            </a:r>
          </a:p>
        </p:txBody>
      </p:sp>
      <p:sp>
        <p:nvSpPr>
          <p:cNvPr id="309" name="TextBox 308">
            <a:extLst xmlns:a="http://schemas.openxmlformats.org/drawingml/2006/main">
              <a:ext uri="{FF2B5EF4-FFF2-40B4-BE49-F238E27FC236}">
                <a16:creationId xmlns:a16="http://schemas.microsoft.com/office/drawing/2014/main" id="{9B5DCB9E-BA85-4FD5-8C08-4AB69891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3087014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Bhlhe41</a:t>
            </a:r>
          </a:p>
        </p:txBody>
      </p:sp>
      <p:sp>
        <p:nvSpPr>
          <p:cNvPr id="310" name="TextBox 309">
            <a:extLst xmlns:a="http://schemas.openxmlformats.org/drawingml/2006/main">
              <a:ext uri="{FF2B5EF4-FFF2-40B4-BE49-F238E27FC236}">
                <a16:creationId xmlns:a16="http://schemas.microsoft.com/office/drawing/2014/main" id="{D0889911-4015-41DA-95C5-1A8987B7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3222345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Clock</a:t>
            </a:r>
          </a:p>
        </p:txBody>
      </p:sp>
      <p:sp>
        <p:nvSpPr>
          <p:cNvPr id="311" name="TextBox 310">
            <a:extLst xmlns:a="http://schemas.openxmlformats.org/drawingml/2006/main">
              <a:ext uri="{FF2B5EF4-FFF2-40B4-BE49-F238E27FC236}">
                <a16:creationId xmlns:a16="http://schemas.microsoft.com/office/drawing/2014/main" id="{2182461A-A7CA-40B5-96D2-D0E6337D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3357676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Cry1</a:t>
            </a:r>
          </a:p>
        </p:txBody>
      </p:sp>
      <p:sp>
        <p:nvSpPr>
          <p:cNvPr id="312" name="TextBox 311">
            <a:extLst xmlns:a="http://schemas.openxmlformats.org/drawingml/2006/main">
              <a:ext uri="{FF2B5EF4-FFF2-40B4-BE49-F238E27FC236}">
                <a16:creationId xmlns:a16="http://schemas.microsoft.com/office/drawing/2014/main" id="{57658354-5815-450A-A001-69D1221E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3493008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Cry2</a:t>
            </a:r>
          </a:p>
        </p:txBody>
      </p:sp>
      <p:sp>
        <p:nvSpPr>
          <p:cNvPr id="313" name="TextBox 312">
            <a:extLst xmlns:a="http://schemas.openxmlformats.org/drawingml/2006/main">
              <a:ext uri="{FF2B5EF4-FFF2-40B4-BE49-F238E27FC236}">
                <a16:creationId xmlns:a16="http://schemas.microsoft.com/office/drawing/2014/main" id="{B27319FD-041A-4314-B6BA-5B3EA35B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3628339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Dbp</a:t>
            </a:r>
          </a:p>
        </p:txBody>
      </p:sp>
      <p:sp>
        <p:nvSpPr>
          <p:cNvPr id="314" name="TextBox 313">
            <a:extLst xmlns:a="http://schemas.openxmlformats.org/drawingml/2006/main">
              <a:ext uri="{FF2B5EF4-FFF2-40B4-BE49-F238E27FC236}">
                <a16:creationId xmlns:a16="http://schemas.microsoft.com/office/drawing/2014/main" id="{E9702408-C2DE-4AF4-894D-B209C4D5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3763670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Npas2</a:t>
            </a:r>
          </a:p>
        </p:txBody>
      </p:sp>
      <p:sp>
        <p:nvSpPr>
          <p:cNvPr id="315" name="TextBox 314">
            <a:extLst xmlns:a="http://schemas.openxmlformats.org/drawingml/2006/main">
              <a:ext uri="{FF2B5EF4-FFF2-40B4-BE49-F238E27FC236}">
                <a16:creationId xmlns:a16="http://schemas.microsoft.com/office/drawing/2014/main" id="{07448297-056C-423A-A045-E61D1A7E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3899001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Nr1d1</a:t>
            </a:r>
          </a:p>
        </p:txBody>
      </p:sp>
      <p:sp>
        <p:nvSpPr>
          <p:cNvPr id="316" name="TextBox 315">
            <a:extLst xmlns:a="http://schemas.openxmlformats.org/drawingml/2006/main">
              <a:ext uri="{FF2B5EF4-FFF2-40B4-BE49-F238E27FC236}">
                <a16:creationId xmlns:a16="http://schemas.microsoft.com/office/drawing/2014/main" id="{0F119603-28E9-4150-BC1B-D010C714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4034332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Nr1d2</a:t>
            </a:r>
          </a:p>
        </p:txBody>
      </p:sp>
      <p:sp>
        <p:nvSpPr>
          <p:cNvPr id="317" name="TextBox 316">
            <a:extLst xmlns:a="http://schemas.openxmlformats.org/drawingml/2006/main">
              <a:ext uri="{FF2B5EF4-FFF2-40B4-BE49-F238E27FC236}">
                <a16:creationId xmlns:a16="http://schemas.microsoft.com/office/drawing/2014/main" id="{1CCFBF51-DCB2-479B-B976-C317E04B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724" y="4169663"/>
            <a:ext cx="1321307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Per3</a:t>
            </a:r>
          </a:p>
        </p:txBody>
      </p:sp>
      <p:sp>
        <p:nvSpPr>
          <p:cNvPr id="318" name="TextBox 317">
            <a:extLst xmlns:a="http://schemas.openxmlformats.org/drawingml/2006/main">
              <a:ext uri="{FF2B5EF4-FFF2-40B4-BE49-F238E27FC236}">
                <a16:creationId xmlns:a16="http://schemas.microsoft.com/office/drawing/2014/main" id="{FCF1254B-F706-4D13-976B-3994AF0E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6547104"/>
            <a:ext cx="11521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299 genes</a:t>
            </a:r>
            <a:r>
              <a:rPr sz="900" b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  |  20 of 20 target cell types identified, mean held-out recall 0.922  |  all 426 mouse GPCRs and 1,321 transcription factors screened: none missing  |  Allen WMB-10X, 226,886 cells in PL-ILA-ORB + sAMY</a:t>
            </a:r>
          </a:p>
        </p:txBody>
      </p:sp>
      <p:sp>
        <p:nvSpPr>
          <p:cNvPr id="319" name="Opn3">
            <a:extLst xmlns:a="http://schemas.openxmlformats.org/drawingml/2006/main">
              <a:ext uri="{FF2B5EF4-FFF2-40B4-BE49-F238E27FC236}">
                <a16:creationId xmlns:a16="http://schemas.microsoft.com/office/drawing/2014/main" id="{2823268E-55D8-4A95-858D-A6FDD85B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628358"/>
            <a:ext cx="1321308" cy="128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78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Opn3</a:t>
            </a:r>
          </a:p>
        </p:txBody>
      </p:sp>
    </p:spTree>
    <p:extLst>
      <p:ext uri="{BB962C8B-B14F-4D97-AF65-F5344CB8AC3E}">
        <p14:creationId xmlns:p14="http://schemas.microsoft.com/office/powerpoint/2010/main" val="69530190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2026-09-28T23:02:08.2690000Z</dcterms:created>
  <dcterms:modified xsi:type="dcterms:W3CDTF">2026-09-28T23:02:08.2690000Z</dcterms:modified>
</coreProperties>
</file>