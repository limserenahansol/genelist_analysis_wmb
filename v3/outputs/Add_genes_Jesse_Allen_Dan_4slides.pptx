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4E89"/>
                </a:solidFill>
                <a:latin typeface="Calibri"/>
              </a:rPr>
              <a:t>Dan  |  genes considered,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B6B6B"/>
                </a:solidFill>
                <a:latin typeface="Calibri"/>
              </a:rPr>
              <a:t>GSE283418  ·  Berg / Scherrer  ·  Resolve 98-gene smFISH in amygdala  ·  re-scored in our Allen BMAp ROI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38404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840480" cy="36576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06070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What the data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1463040"/>
            <a:ext cx="358444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Calibri"/>
              </a:rPr>
              <a:t>Not a cell-type atlas.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A spatial 98-gene panel from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amygdala sections.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38 / 98 were already on our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shared 144 (Foxp2, Cartpt,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Pdyn, Oprm1, Slc17a7…).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We asked: which of the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remaining genes are still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informative in our BMAp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mapped cells?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005840"/>
            <a:ext cx="38404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005840"/>
            <a:ext cx="3840480" cy="36576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06070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Why these 14 were considered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1416" y="1463040"/>
            <a:ext cx="358444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Calibri"/>
              </a:rPr>
              <a:t>They were missing from the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144 and detectable in the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Allen BMAp-mapped ROI.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Closest to true BMAp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  Lamb3   (113 Ccdc42)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BMA / MEA VGLUT1 border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  Cck  Col23a1  Slc29a4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  Abca8a  Dnah5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MEA / BST neighbors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  Calcrl  Nos1  Oprl1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  Gfra1  Sp8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CEA / other  (weakest)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  Syndig1l  Gabre  Tspan18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005840"/>
            <a:ext cx="347472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B089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1005840"/>
            <a:ext cx="3474720" cy="365760"/>
          </a:xfrm>
          <a:prstGeom prst="rect">
            <a:avLst/>
          </a:prstGeom>
          <a:solidFill>
            <a:srgbClr val="B08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7" y="1060704"/>
            <a:ext cx="3291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1463040"/>
            <a:ext cx="3218687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C2C2C"/>
                </a:solidFill>
                <a:latin typeface="Calibri"/>
              </a:rPr>
              <a:t>Already added to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MSGS111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ranks 145–158.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They do not redo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cell-type ID.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They add amygdala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spatial genes Dan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already uses.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If the 100-slot cap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is hard: keep Lamb3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+ the 012-border set;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cut the CEA genes</a:t>
            </a:r>
          </a:p>
          <a:p>
            <a:r>
              <a:rPr sz="1300" b="0">
                <a:solidFill>
                  <a:srgbClr val="2C2C2C"/>
                </a:solidFill>
                <a:latin typeface="Calibri"/>
              </a:rPr>
              <a:t>first.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113385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6B6B"/>
                </a:solidFill>
                <a:latin typeface="Calibri"/>
              </a:rPr>
              <a:t>Xenium ORBm + BMAp add-on  |  Dan GSE283418  ·  Jesse PL-ILA-ORB  ·  Allen WMB-10X  |  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4E89"/>
                </a:solidFill>
                <a:latin typeface="Calibri"/>
              </a:rPr>
              <a:t>Jesse  |  genes considered,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B6B6B"/>
                </a:solidFill>
                <a:latin typeface="Calibri"/>
              </a:rPr>
              <a:t>5-day morphine DEGs in PL–ILA–ORB  +  GPCRs enriched in ORB vs the rest of the Allen atlas. Then checked as % expressing in our 106,122 ORBm cells.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87552"/>
          <a:ext cx="114300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114800"/>
                <a:gridCol w="4297680"/>
              </a:tblGrid>
              <a:tr h="65722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Considered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Jesse flagged it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it is / is not a panel add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Fos  Arc  Egr1  Junb  Nr4a1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Top activity IEGs after morphine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Already on the 144. Keep. Do not swap.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Per2  Pcsk1  Per1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Widest new IEGs (13 / 11 / 8 clusters). Circadian / peptide program, not acute TRAP.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Not on the panel. This is the morphine-state layer.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Cckbr  Hcrtr2  Chrm2  Grm5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ORB-enriched or DEG GPCRs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Already on the 144.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Rxfp1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Top ORB-enriched GPCR (19 subclasses)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Free on Xenium Mouse Brain v1. Allen 34% in L5 ET.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Chrm1  Grm8  Gpr26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ORB-enriched; missing from our 40-GPCR pull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Allen: 92% / 99% / 86%. High enough for Xenium.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Mas1  Gpr68  Mchr1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Jesse Glut ranks 1, 3, 4 (relative enrichment)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Allen absolute % is modest (45 / 40 / 32). Mchr1 too weak.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~160 TFs; Camk2g  Fxr1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Broad chromatin or plasticity DEGs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TFs skipped. Camk2g is abundant (93%) but not ORB-specific.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565392"/>
            <a:ext cx="113385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6B6B"/>
                </a:solidFill>
                <a:latin typeface="Calibri"/>
              </a:rPr>
              <a:t>Xenium ORBm + BMAp add-on  |  Dan GSE283418  ·  Jesse PL-ILA-ORB  ·  Allen WMB-10X  |  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4E89"/>
                </a:solidFill>
                <a:latin typeface="Calibri"/>
              </a:rPr>
              <a:t>Final decision  |  genes added to the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B6B6B"/>
                </a:solidFill>
                <a:latin typeface="Calibri"/>
              </a:rPr>
              <a:t>Cell-type 144 stays. Dan 14 are already on MSGS111. Below is the Jesse + Allen add.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987552"/>
          <a:ext cx="1152144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5029200"/>
                <a:gridCol w="1097280"/>
              </a:tblGrid>
              <a:tr h="6335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Genes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this is the final add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Slots</a:t>
                      </a:r>
                    </a:p>
                  </a:txBody>
                  <a:tcPr>
                    <a:solidFill>
                      <a:srgbClr val="1D4E89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Already on the sheet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Dan 14   (Lamb3, Cck, Col23a1, …)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Amygdala spatial genes Dan uses; already ranks 145–158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14 (done)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ADD  (free)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Rxfp1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Jesse’s top ORB GPCR; already on the Xenium base panel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ADD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Per2    Pcsk1    Per1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Jesse’s morphine-state IEG program. Per1 is 63% in Allen ORBm.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Chrm1    Grm8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ORB-enriched in Jesse; highest Allen abundance (92%, 99%)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Not added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Mas1   Gpr68   Mchr1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Relative ORB hits, but Allen % is too low vs Chrm1/Grm8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63355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Not added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160 TFs   Fxr1   Vps13a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Not cell-type or ORB-specific. Fos/Arc already cover activity.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577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44536"/>
                </a:solidFill>
                <a:latin typeface="Calibri"/>
              </a:rPr>
              <a:t>Final new genes:    Rxfp1   +   Per2   Pcsk1   Per1   +   Chrm1   Grm8</a:t>
            </a:r>
          </a:p>
          <a:p>
            <a:r>
              <a:rPr sz="1400" b="0">
                <a:solidFill>
                  <a:srgbClr val="2C2C2C"/>
                </a:solidFill>
                <a:latin typeface="Calibri"/>
              </a:rPr>
              <a:t>Five custom slots on top of Dan 14  →  119 custom if every Dan gene is kept.  Cap is 100; swap CEA-border Dan genes if 10x will not exceed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65392"/>
            <a:ext cx="1133856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6B6B"/>
                </a:solidFill>
                <a:latin typeface="Calibri"/>
              </a:rPr>
              <a:t>Xenium ORBm + BMAp add-on  |  Dan GSE283418  ·  Jesse PL-ILA-ORB  ·  Allen WMB-10X  |  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