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4E89"/>
                </a:solidFill>
                <a:latin typeface="Malgun Gothic"/>
                <a:ea typeface="Malgun Gothic"/>
              </a:rPr>
              <a:t>추가할 유전자 — Dan + Jesse + Allen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세포타입 144는 유지. Dan 14는 이미 MSGS111. Jesse는 Allen 절대량으로 걸렀다. 106,122 ORBm 세포.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9476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94760" cy="347472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3630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지금 올려라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26464"/>
            <a:ext cx="3575304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무료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  Rxfp1   (베이스 패널)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커스텀  모르핀 상태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  Per2   Pcsk1   Per1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커스텀  ORBm GPCR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  Chrm1   Grm8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Allen 최대 %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  Chrm1 92%  ·  Grm8 99%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  Per1 63%  ·  Rxfp1 34%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슬롯 +5  (Dan 유지 시 119)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005840"/>
            <a:ext cx="379476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005840"/>
            <a:ext cx="3794760" cy="347472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051560"/>
            <a:ext cx="3630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여유 있으면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426464"/>
            <a:ext cx="3575304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Gpr26    IT 86%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Mas1     L5 ET 45%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Camk2g   전역 93%  (Down)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Gpr26 / Mas1 = ORB 주소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Camk2g = 모르핀이 끄는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가소성 유전자. 전 세포에서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이미 높다.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슬롯 +3 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005840"/>
            <a:ext cx="356616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B08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005840"/>
            <a:ext cx="3566160" cy="347472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051560"/>
            <a:ext cx="34015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넣지 말 것 / 이미 있음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1426464"/>
            <a:ext cx="3346704" cy="4700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이미 있음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  Fos Arc Egr1 Junb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  Nr4a1 Oprm1 Cckbr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  Hcrtr2 Chrm2 Grm5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절대량 약함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  Mchr1   32%  (2앵커만 ≥20%)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전역이라 정보 적음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  Fxr1  Vps13a</a:t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/>
            </a:r>
          </a:p>
          <a:p>
            <a:r>
              <a:rPr sz="1200" b="0">
                <a:solidFill>
                  <a:srgbClr val="2C2C2C"/>
                </a:solidFill>
                <a:latin typeface="Malgun Gothic"/>
                <a:ea typeface="Malgun Gothic"/>
              </a:rPr>
              <a:t>TF 160개  ·  CEA/glia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65392"/>
            <a:ext cx="11338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Xenium ORBm + BMAp  |  Dan GSE283418  ·  Jesse PL-ILA-ORB  ·  Allen WMB-10X  |  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4E89"/>
                </a:solidFill>
                <a:latin typeface="Malgun Gothic"/>
                <a:ea typeface="Malgun Gothic"/>
              </a:rPr>
              <a:t>Dan  GSE283418 — 이미 시트에 넣은 14개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Resolve 98-gene smFISH. 38개는 원래 패널에 있음. 14개를 MSGS111에 추가 (랭크 145–158).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87552"/>
          <a:ext cx="114300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26080"/>
                <a:gridCol w="3200400"/>
                <a:gridCol w="2926080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유전자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Allen에서 가장 가까운 타입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왜 넣었나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주의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Lamb3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113 BMA Ccdc42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진짜 BMAp에 가장 가까움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슬롯 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Cck  Col23a1  Slc29a4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012 VGLUT1 경계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BMA/MEA 겹침 공간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핵 중심은 아님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Abca8a  Dnah5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012 경계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같은 VGLUT1 블록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Calcrl  Nos1  Oprl1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120 MEA Otp Foxp2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슬라이드에 MEA가 있으면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BMAp 분리용 아님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Gfra1  Sp8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MEA–BST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이웃핵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Syndig1l  Gabre  Tspan18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CEA / SI 경계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원하면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제일 먼저 자를 후보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5257800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C2C2C"/>
                </a:solidFill>
                <a:latin typeface="Malgun Gothic"/>
                <a:ea typeface="Malgun Gothic"/>
              </a:rPr>
              <a:t>Dan은 세포타입을 다시 짜는 데이터가 아니다. 편도 공간 패널을 우리 BMAp ROI에 맞춰 본 것이다.</a:t>
            </a:r>
          </a:p>
          <a:p>
            <a:r>
              <a:rPr sz="1400" b="0">
                <a:solidFill>
                  <a:srgbClr val="2C2C2C"/>
                </a:solidFill>
                <a:latin typeface="Malgun Gothic"/>
                <a:ea typeface="Malgun Gothic"/>
              </a:rPr>
              <a:t>14개 전부 유지하면 커스텀 114 (한도 100). 한도를 지키려면 Lamb3 + 012 경계만 남기고 CEA 쪽을 뺀다.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65392"/>
            <a:ext cx="11338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Xenium ORBm + BMAp  |  Dan GSE283418  ·  Jesse PL-ILA-ORB  ·  Allen WMB-10X  |  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4E89"/>
                </a:solidFill>
                <a:latin typeface="Malgun Gothic"/>
                <a:ea typeface="Malgun Gothic"/>
              </a:rPr>
              <a:t>Jesse + Allen — 상대 농축이 아니라 절대량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Jesse: 5일 모르핀 DEG + ORB vs 나머지 뇌 GPCR 농축. Allen: 같은 유전자를 ORBm 12앵커에서 % expressing.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60120"/>
          <a:ext cx="1152144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063240"/>
                <a:gridCol w="3931920"/>
                <a:gridCol w="2560320"/>
              </a:tblGrid>
              <a:tr h="53492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유전자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Jesse가 말한 것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Allen ORBm 최대 %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결정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Chrm1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ORB 흥분성 농축 (7앵커)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92%  L2/3   ·  9앵커 ≥50%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추가  1순위 GPCR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Grm8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ORB 억제성 농축 (7앵커)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99%  L5 ET  ·  8앵커 ≥50%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추가  1순위 GPCR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Gpr26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ORB IT 농축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86%  L4/5 IT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여유 시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Cckbr  Hcrtr2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ORB 농축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74% / 67%  Lamp5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이미 패널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Rxfp1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농축 1–2등 (19 서브클래스)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34%  L5 ET   무료 베이스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지금 표시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Mas1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흥분성 농축 1등 (17)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45%  L5 ET  ·  GABA 1–2%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선택. 흥분성만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Gpr68  Mchr1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농축 3–4등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40% IT / 32% ET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Mchr1은 보류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Per2  Pcsk1  Per1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가장 넓은 새 IEG (13/11/8)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Per1 63%  ·  Per2·Pcsk1은 이번 12유전자에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상태 패키지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Camk2g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가소성 Down 7클러스터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93%  전 앵커 ≥50%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Down을 읽을 때만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565392"/>
            <a:ext cx="11338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Xenium ORBm + BMAp  |  Dan GSE283418  ·  Jesse PL-ILA-ORB  ·  Allen WMB-10X  |  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4E89"/>
                </a:solidFill>
                <a:latin typeface="Malgun Gothic"/>
                <a:ea typeface="Malgun Gothic"/>
              </a:rPr>
              <a:t>권장 주문 — 이 리스트만 시트에 더한다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144 세포타입 + Dan 14는 그대로. 아래는 Jesse를 Allen으로 걸러 낸 추가분.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60120"/>
          <a:ext cx="1152144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280160"/>
                <a:gridCol w="5760720"/>
                <a:gridCol w="914400"/>
                <a:gridCol w="2834640"/>
              </a:tblGrid>
              <a:tr h="47091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순위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유전자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근거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슬롯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시트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Rxfp1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Jesse ORB GPCR 상위 + 베이스에 있음 + Allen 34%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지금 올려라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Per2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Jesse 최광역 IEG (13 클러스터). Fos보다 넓다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지금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Pcsk1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두 번째 광역 IEG. 펩타이드 가공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지금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Per1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시계 짝. Allen 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지금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Chrm1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Allen 92%. Jesse ORB 농축. Chrm2는 이미 있음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지금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Grm8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Allen 99%. Jesse ORB 농축. Grm5는 이미 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지금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6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Gpr26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Allen 86% IT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여유 시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Mas1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Jesse 1등. Allen 45% ET, GABA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여유 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8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Camk2g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Allen 93%. 모르핀 Down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C2C2C"/>
                          </a:solidFill>
                          <a:latin typeface="Malgun Gothic"/>
                          <a:ea typeface="Malgun Gothic"/>
                        </a:rPr>
                        <a:t>상태 읽을 때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742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Malgun Gothic"/>
                <a:ea typeface="Malgun Gothic"/>
              </a:rPr>
              <a:t>기본안  슬롯 +5 (Rxfp1 무료 + Per2 Pcsk1 Per1 Chrm1 Grm8).  Dan 14 유지 시 커스텀 119.  한도 100이면 Dan CEA 쪽과 스왑.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65392"/>
            <a:ext cx="11338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Xenium ORBm + BMAp  |  Dan GSE283418  ·  Jesse PL-ILA-ORB  ·  Allen WMB-10X  |  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