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D4E89"/>
                </a:solidFill>
                <a:latin typeface="Calibri"/>
              </a:rPr>
              <a:t>Jesse  |  how the morphine DEGs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B6472"/>
                </a:solidFill>
                <a:latin typeface="Calibri"/>
              </a:rPr>
              <a:t>Recounted on the 12 ORBm cell types we image, not Jesse's raw PL-ILA-ORB cluster count.  Lamp5 has no DEG, so 11/12 is the ceiling.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1430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B6472"/>
                </a:solidFill>
                <a:latin typeface="Calibri"/>
              </a:rPr>
              <a:t>ORBm + BMAp Xenium  |  Jesse Niehaus  +  Daniel Berg / Scherrer  +  Allen WMB-10X  |  1/4</a:t>
            </a:r>
          </a:p>
        </p:txBody>
      </p:sp>
      <p:pic>
        <p:nvPicPr>
          <p:cNvPr id="6" name="Picture 5" descr="C_Fig1_jesse_DE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1152144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Calibri"/>
              </a:rPr>
              <a:t>Per2 (11/12) and Pcsk1 (9/12) are the broadest genes in the whole dataset and were both missing.  Fos / Arc / Egr1 / Junb start at 8/12 — the activity core is already on the 144.</a:t>
            </a:r>
          </a:p>
          <a:p>
            <a:r>
              <a:rPr sz="1400" b="0">
                <a:solidFill>
                  <a:srgbClr val="1F2937"/>
                </a:solidFill>
                <a:latin typeface="Calibri"/>
              </a:rPr>
              <a:t>Considered from this figure:  Per2, Pcsk1, Per1  (clock / peptide program).  Arid5b is equally broad (8/12) but is a chromatin TF — a weaker use of a custom slot.  Camk2g is the strongest Down gene (6/12 glut only).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D4E89"/>
                </a:solidFill>
                <a:latin typeface="Calibri"/>
              </a:rPr>
              <a:t>Jesse  |  how the ORB GPCRs look  —  relative vs absolute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B6472"/>
                </a:solidFill>
                <a:latin typeface="Calibri"/>
              </a:rPr>
              <a:t>Left: Jesse's enrichment vs the rest of the atlas.  Right: % expressing in 106,122 Allen ORBm cells.  These are different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1430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B6472"/>
                </a:solidFill>
                <a:latin typeface="Calibri"/>
              </a:rPr>
              <a:t>ORBm + BMAp Xenium  |  Jesse Niehaus  +  Daniel Berg / Scherrer  +  Allen WMB-10X  |  2/4</a:t>
            </a:r>
          </a:p>
        </p:txBody>
      </p:sp>
      <p:pic>
        <p:nvPicPr>
          <p:cNvPr id="6" name="Picture 5" descr="C_Fig2_jesse_GPCRs_Al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11521440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59552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Calibri"/>
              </a:rPr>
              <a:t>Cckbr and Hcrtr2 are already on the panel and are abundant.  Rxfp1 is Jesse's #2 and free on the Xenium base panel (Allen 34%).</a:t>
            </a:r>
          </a:p>
          <a:p>
            <a:r>
              <a:rPr sz="1400" b="0">
                <a:solidFill>
                  <a:srgbClr val="1F2937"/>
                </a:solidFill>
                <a:latin typeface="Calibri"/>
              </a:rPr>
              <a:t>Mas1 is Jesse's #1 by enrichment, but only 45% in L5 ET and ~1% in GABA.  Chrm1 (92%) and Grm8 (99%) were never in our 40-GPCR pull — they are the genes Xenium will actually see.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A6F97"/>
                </a:solidFill>
                <a:latin typeface="Calibri"/>
              </a:rPr>
              <a:t>Dan  |  how the 98-gene spatial panel looks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B6472"/>
                </a:solidFill>
                <a:latin typeface="Calibri"/>
              </a:rPr>
              <a:t>GSE283418 Resolve smFISH.  52/98 already on the 158-gene sheet.  Rule: add only if max_spec &gt; 1.0 (beats a gene we already carry).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1430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B6472"/>
                </a:solidFill>
                <a:latin typeface="Calibri"/>
              </a:rPr>
              <a:t>ORBm + BMAp Xenium  |  Jesse Niehaus  +  Daniel Berg / Scherrer  +  Allen WMB-10X  |  3/4</a:t>
            </a:r>
          </a:p>
        </p:txBody>
      </p:sp>
      <p:pic>
        <p:nvPicPr>
          <p:cNvPr id="6" name="Picture 5" descr="C_Fig3_d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115214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04688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Calibri"/>
              </a:rPr>
              <a:t>Nothing further from Dan.  Best leftover is Sfrp1 at spec 0.89.  Honest caveat: Nos1 (0.76), Oprl1 (0.57) and Dnah5 (0.53) already on the sheet sit below Sfrp1 / Glipr1 / Vdr.  Those three were kept for pharmacology, not specificity.</a:t>
            </a:r>
          </a:p>
          <a:p>
            <a:r>
              <a:rPr sz="1400" b="0">
                <a:solidFill>
                  <a:srgbClr val="1F2937"/>
                </a:solidFill>
                <a:latin typeface="Calibri"/>
              </a:rPr>
              <a:t>Glipr1 (0.88) marks true BMAp (113 Ccdc42), but that anchor already has Penk (2.31) and Lamb3 (1.51).  Do not add a third, weaker probe.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44536"/>
                </a:solidFill>
                <a:latin typeface="Calibri"/>
              </a:rPr>
              <a:t>Final decision  |  genes added to the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B6472"/>
                </a:solidFill>
                <a:latin typeface="Calibri"/>
              </a:rPr>
              <a:t>Jesse DEGs ranked on our 12 anchors  +  Jesse GPCRs filtered by Allen abundance  +  Dan stopped at the 14 already on MSGS111.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1430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B6472"/>
                </a:solidFill>
                <a:latin typeface="Calibri"/>
              </a:rPr>
              <a:t>ORBm + BMAp Xenium  |  Jesse Niehaus  +  Daniel Berg / Scherrer  +  Allen WMB-10X  |  4/4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914400"/>
          <a:ext cx="1152144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880360"/>
                <a:gridCol w="5715000"/>
                <a:gridCol w="1097280"/>
              </a:tblGrid>
              <a:tr h="672737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>
                    <a:solidFill>
                      <a:srgbClr val="C445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Genes</a:t>
                      </a:r>
                    </a:p>
                  </a:txBody>
                  <a:tcPr>
                    <a:solidFill>
                      <a:srgbClr val="C445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  (from the figures)</a:t>
                      </a:r>
                    </a:p>
                  </a:txBody>
                  <a:tcPr>
                    <a:solidFill>
                      <a:srgbClr val="C445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Slots</a:t>
                      </a:r>
                    </a:p>
                  </a:txBody>
                  <a:tcPr>
                    <a:solidFill>
                      <a:srgbClr val="C44536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Already on sheet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Dan 14   +   Fos Arc Egr1  Cckbr Hcrtr2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Cell-type 144 and Dan extras stay.  No Dan gene added this round.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ADD 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Per2    Pcsk1    Per1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Slide 1: broadest missing IEGs (11 / 9 / 8 of 12).  Morphine-state clock / peptide program.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3 custom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ADD  now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Chrm1    Grm8    Rxfp1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Slide 2: ORB GPCRs that Allen actually sees (92% / 99% / free 34%).  Chrm2 and Grm5 are already on.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2 + 0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Optional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Camk2g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Slide 1: strongest Down gene, 93% abundant.  Add only if you want a direction control.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 custom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Free extras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Sema3e    Bhlhe40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On the Xenium base panel.  Cheap to curate.  Not required for the argument.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67273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Do not add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Arid5b   Gadd45a   Mas1   Mchr1   more Dan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TF / 1-anchor / low Allen % / spec &lt; 1.0.  Spend the slot on Chrm1/Grm8 instead of Arid5b.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44536"/>
                </a:solidFill>
                <a:latin typeface="Calibri"/>
              </a:rPr>
              <a:t>Final new add:    Per2   Pcsk1   Per1    +    Chrm1   Grm8    +    Rxfp1 (free)</a:t>
            </a:r>
          </a:p>
          <a:p>
            <a:r>
              <a:rPr sz="1300" b="0">
                <a:solidFill>
                  <a:srgbClr val="1F2937"/>
                </a:solidFill>
                <a:latin typeface="Calibri"/>
              </a:rPr>
              <a:t>Five custom slots on top of Dan 14  →  119 if every Dan gene is kept.  Original cap is 100 — confirm with 10x, or drop CEA-border Dan genes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