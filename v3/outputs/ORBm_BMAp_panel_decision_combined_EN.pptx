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D4E89"/>
                </a:solidFill>
                <a:latin typeface="Calibri"/>
              </a:rPr>
              <a:t>Jesse  |  how the morphine DEGs 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11430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B6472"/>
                </a:solidFill>
                <a:latin typeface="Calibri"/>
              </a:rPr>
              <a:t>Recounted on the 12 ORBm cell types we image, not Jesse's raw PL-ILA-ORB cluster count.  Lamp5 has no DEG, so 11/12 is the ceiling.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1430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B6472"/>
                </a:solidFill>
                <a:latin typeface="Calibri"/>
              </a:rPr>
              <a:t>ORBm + BMAp Xenium  |  Jesse Niehaus  +  Daniel Berg / Scherrer  +  Allen WMB-10X  |  1/4</a:t>
            </a:r>
          </a:p>
        </p:txBody>
      </p:sp>
      <p:pic>
        <p:nvPicPr>
          <p:cNvPr id="6" name="Picture 5" descr="C_Fig1_jesse_DE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1152144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5321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937"/>
                </a:solidFill>
                <a:latin typeface="Calibri"/>
              </a:rPr>
              <a:t>Per2 (11/12) and Pcsk1 (9/12) are the broadest genes in the whole dataset and were both missing.  Fos / Arc / Egr1 / Junb start at 8/12 — the activity core is already on the 144.</a:t>
            </a:r>
          </a:p>
          <a:p>
            <a:r>
              <a:rPr sz="1400" b="0">
                <a:solidFill>
                  <a:srgbClr val="1F2937"/>
                </a:solidFill>
                <a:latin typeface="Calibri"/>
              </a:rPr>
              <a:t>ADD from this figure:  Per2, Pcsk1, Per1, Camk2g  +  Bhlhe40, Sema3e (free on base).  Do not add the other ~263 custom Jesse DEGs — 304 unique genes is a transcriptome, not a 100-slot panel.  Arid5b (8/12) is a chromatin TF and was left out.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D4E89"/>
                </a:solidFill>
                <a:latin typeface="Calibri"/>
              </a:rPr>
              <a:t>Jesse  |  how the ORB GPCRs look  —  relative vs absolute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11430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B6472"/>
                </a:solidFill>
                <a:latin typeface="Calibri"/>
              </a:rPr>
              <a:t>Left ranks by enrichment.  Right is the buy list: ADD red / teal, skip grey.  Gpr26 is included (86%).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1430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B6472"/>
                </a:solidFill>
                <a:latin typeface="Calibri"/>
              </a:rPr>
              <a:t>ORBm + BMAp Xenium  |  Jesse Niehaus  +  Daniel Berg / Scherrer  +  Allen WMB-10X  |  2/4</a:t>
            </a:r>
          </a:p>
        </p:txBody>
      </p:sp>
      <p:pic>
        <p:nvPicPr>
          <p:cNvPr id="6" name="Picture 5" descr="C_Fig2_jesse_GPCRs_All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11521440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559552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937"/>
                </a:solidFill>
                <a:latin typeface="Calibri"/>
              </a:rPr>
              <a:t>ADD:  Chrm1 (92%)   Grm8 (99%)   Gpr26 (86%)   Rxfp1 (free, 34%).  Already on:  Cckbr (74%)   Hcrtr2 (67%).</a:t>
            </a:r>
          </a:p>
          <a:p>
            <a:r>
              <a:rPr sz="1400" b="0">
                <a:solidFill>
                  <a:srgbClr val="1F2937"/>
                </a:solidFill>
                <a:latin typeface="Calibri"/>
              </a:rPr>
              <a:t>DO NOT ADD:  Mas1 (Jesse #1, but 45% and ~1% in GABA)   Gpr68 (40%)   Mchr1 (32%, only 2 anchors ≥20%).  Enrichment is not abundance — those three fail the 50% 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A6F97"/>
                </a:solidFill>
                <a:latin typeface="Calibri"/>
              </a:rPr>
              <a:t>Dan  |  how the 98-gene spatial panel looks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11430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B6472"/>
                </a:solidFill>
                <a:latin typeface="Calibri"/>
              </a:rPr>
              <a:t>GSE283418 Resolve smFISH.  52/98 already on the 158-gene sheet.  Rule: add only if max_spec &gt; 1.0 (beats a gene we already carry).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1430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B6472"/>
                </a:solidFill>
                <a:latin typeface="Calibri"/>
              </a:rPr>
              <a:t>ORBm + BMAp Xenium  |  Jesse Niehaus  +  Daniel Berg / Scherrer  +  Allen WMB-10X  |  3/4</a:t>
            </a:r>
          </a:p>
        </p:txBody>
      </p:sp>
      <p:pic>
        <p:nvPicPr>
          <p:cNvPr id="6" name="Picture 5" descr="C_Fig3_d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11521440" cy="4526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504688"/>
            <a:ext cx="11430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937"/>
                </a:solidFill>
                <a:latin typeface="Calibri"/>
              </a:rPr>
              <a:t>DO NOT ADD Sfrp1 / Glipr1 / Vdr.  All three fail spec &gt; 1.0.  Sfrp1 (21%) peaks in 119 SI–LHA, not BMAp.  Vdr (11%) peaks in 082 CEA–BST.  Glipr1 (22%) is true 113 Ccdc42, but Penk (2.31) and Lamb3 (1.51) already cover it.</a:t>
            </a:r>
          </a:p>
          <a:p>
            <a:r>
              <a:rPr sz="1400" b="0">
                <a:solidFill>
                  <a:srgbClr val="1F2937"/>
                </a:solidFill>
                <a:latin typeface="Calibri"/>
              </a:rPr>
              <a:t>Caveat: Nos1 / Oprl1 / Dnah5 on the sheet sit below those leftovers on spec.  That is a reason to drop them later if we hit the 100-slot cap — not a reason to stack three more weak probes.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C44536"/>
                </a:solidFill>
                <a:latin typeface="Calibri"/>
              </a:rPr>
              <a:t>Final decision  |  genes added to the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11430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B6472"/>
                </a:solidFill>
                <a:latin typeface="Calibri"/>
              </a:rPr>
              <a:t>These 10 genes are now on SHARED_PANEL_ORDER (168 genes).  Skip Mas1 / Gpr68 / Mchr1, Dan leftovers Sfrp1 / Glipr1 / Vdr, and the rest of Jesse's 304 DEGs.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1430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B6472"/>
                </a:solidFill>
                <a:latin typeface="Calibri"/>
              </a:rPr>
              <a:t>ORBm + BMAp Xenium  |  Jesse Niehaus  +  Daniel Berg / Scherrer  +  Allen WMB-10X  |  4/4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914400"/>
          <a:ext cx="1152144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880360"/>
                <a:gridCol w="5715000"/>
                <a:gridCol w="1097280"/>
              </a:tblGrid>
              <a:tr h="7848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Decision</a:t>
                      </a:r>
                    </a:p>
                  </a:txBody>
                  <a:tcPr>
                    <a:solidFill>
                      <a:srgbClr val="C445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Genes</a:t>
                      </a:r>
                    </a:p>
                  </a:txBody>
                  <a:tcPr>
                    <a:solidFill>
                      <a:srgbClr val="C445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Why  (from the figures)</a:t>
                      </a:r>
                    </a:p>
                  </a:txBody>
                  <a:tcPr>
                    <a:solidFill>
                      <a:srgbClr val="C445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Slots</a:t>
                      </a:r>
                    </a:p>
                  </a:txBody>
                  <a:tcPr>
                    <a:solidFill>
                      <a:srgbClr val="C44536"/>
                    </a:solidFill>
                  </a:tcPr>
                </a:tc>
              </a:tr>
              <a:tr h="7848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Already on sheet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Dan 14   +   Fos Arc Egr1  Cckbr Hcrtr2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Cell-type 144 and Dan extras stay.  No further Dan gene this round.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  <a:tr h="7848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ADDED  (Jesse state)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Per2    Pcsk1    Per1    Camk2g    Bhlhe40    Sema3e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Slide 1: broadest missing morphine DEGs (11 / 9 / 8 / 6 of 12).  Bhlhe40 and Sema3e are free on base.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4 + 2 free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848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ADDED  (Jesse GPCR)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Chrm1    Grm8    Gpr26    Rxfp1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Slide 2: ORB GPCRs Allen actually sees (92% / 99% / 86% / free 34%).  Chrm2 and Grm5 are already on.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3 + 1 free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  <a:tr h="7848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On SHARED_PANEL_ORDER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168 genes   =   144 + Dan 14 + Jesse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47 free on the Xenium base panel + 121 custom.  Original add-on cap is 100 — confirm extras with 10x.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7 new custom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848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Do not add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Mas1  Gpr68  Mchr1    Sfrp1  Glipr1  Vdr    Arid5b  Gadd45a    rest of Jesse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Low Allen %  /  wrong nucleus or spec &lt; 1.0  /  TF  /  263 other custom DEGs.  Not a transcriptome panel.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57150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44536"/>
                </a:solidFill>
                <a:latin typeface="Calibri"/>
              </a:rPr>
              <a:t>On the order sheet:    Per2  Pcsk1  Per1  Camk2g  Bhlhe40  Sema3e    +    Chrm1  Grm8  Gpr26  Rxfp1</a:t>
            </a:r>
          </a:p>
          <a:p>
            <a:r>
              <a:rPr sz="1300" b="0">
                <a:solidFill>
                  <a:srgbClr val="1F2937"/>
                </a:solidFill>
                <a:latin typeface="Calibri"/>
              </a:rPr>
              <a:t>Seven new custom slots on top of Dan 14  →  121 custom if every Dan gene is kept.  Cap is 100 — confirm with 10x, or drop CEA-border Dan genes first.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