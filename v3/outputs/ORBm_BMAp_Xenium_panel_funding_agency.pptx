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How the gene panel was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One shared Xenium panel for two regions of the same mouse: orbitofrontal cortex (ORBm) and basomedial amygdala (BMAp).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1/3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11430000" cy="566928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 w="15875">
            <a:solidFill>
              <a:srgbClr val="B8B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Format    ·    standalone custom Xenium panel     ·     no 100-gene add-on cap     ·     every gene is a designed probe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A gene still has to earn its place: detectable in these two regions, and informative for cell type, activity, state, or receptor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27632"/>
            <a:ext cx="248716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783080"/>
            <a:ext cx="384048" cy="384048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81051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4E89"/>
                </a:solidFill>
                <a:latin typeface="Calibri"/>
              </a:rPr>
              <a:t>Map the cell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6771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20 populations we must tell apart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80360"/>
            <a:ext cx="21579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12 in ORBm   +   8 in BMAp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Allen Brain Cell Atlas taxonomy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98648" y="3520440"/>
            <a:ext cx="256032" cy="201168"/>
          </a:xfrm>
          <a:prstGeom prst="rightArrow">
            <a:avLst/>
          </a:prstGeom>
          <a:solidFill>
            <a:srgbClr val="B8B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1627632"/>
            <a:ext cx="248716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64992" y="1783080"/>
            <a:ext cx="384048" cy="384048"/>
          </a:xfrm>
          <a:prstGeom prst="ellipse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181051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A6F97"/>
                </a:solidFill>
                <a:latin typeface="Calibri"/>
              </a:rPr>
              <a:t>Score in a brain atlas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26771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226,886 cells, two regions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880360"/>
            <a:ext cx="21579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Allen WMB-10X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Is the gene abundant?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Is it specific to one type?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733288" y="3520440"/>
            <a:ext cx="256032" cy="201168"/>
          </a:xfrm>
          <a:prstGeom prst="rightArrow">
            <a:avLst/>
          </a:prstGeom>
          <a:solidFill>
            <a:srgbClr val="B8B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0" y="1627632"/>
            <a:ext cx="248716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B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99632" y="1783080"/>
            <a:ext cx="384048" cy="384048"/>
          </a:xfrm>
          <a:prstGeom prst="ellipse">
            <a:avLst/>
          </a:prstGeom>
          <a:solidFill>
            <a:srgbClr val="6B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181051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7C6A"/>
                </a:solidFill>
                <a:latin typeface="Calibri"/>
              </a:rPr>
              <a:t>Build the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26771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Markers + activity + receptors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880360"/>
            <a:ext cx="21579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Cell-type separators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IEGs and TRAP tags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Druggable GPCRs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All 20 types separable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567928" y="3520440"/>
            <a:ext cx="256032" cy="201168"/>
          </a:xfrm>
          <a:prstGeom prst="rightArrow">
            <a:avLst/>
          </a:prstGeom>
          <a:solidFill>
            <a:srgbClr val="B8B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69680" y="1627632"/>
            <a:ext cx="2487168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34272" y="1783080"/>
            <a:ext cx="384048" cy="384048"/>
          </a:xfrm>
          <a:prstGeom prst="ellipse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18105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181051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C44536"/>
                </a:solidFill>
                <a:latin typeface="Calibri"/>
              </a:rPr>
              <a:t>Add Jesse + Dan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226771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Same tests, not whole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2880360"/>
            <a:ext cx="21579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Morphine-state genes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Amygdala spatial genes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Final panel: 245 genes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gene is not added because it appeared in a paper or a DEG table.  It is added if the atlas says it is detectable here, and it answers a question the rest of the panel cannot.  We do not cut to a 100-gene vendor cap.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Collaborator lists were filtered — not copied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Two external datasets were tested against the same rule: will the probe be visible, and does it add information we do not already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2/3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562356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5623560" cy="50292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Jesse   ·   morphine transcriptomics in ORB / prefrontal cortex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D4E89"/>
                </a:solidFill>
                <a:latin typeface="Calibri"/>
              </a:rPr>
              <a:t>304 unique DEGs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C44536"/>
                </a:solidFill>
                <a:latin typeface="Calibri"/>
              </a:rPr>
              <a:t>→    71 kept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Rule    Keep if it changes in at least 4 of our 12 ORBm cell types, or is an ORB-enriched receptor.  Not a 100-slot cut.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5468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5875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1868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KEPT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54 morphine-state genes   (Per2, Pcsk1, Per1, Camk2g, …)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17 ORB-enriched receptors   (Chrm1, Grm8, Gpr26, Rxfp1, …)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Includes genes DE in both glutamatergic and GABA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0916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 w="15875">
            <a:solidFill>
              <a:srgbClr val="B8B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7316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44536"/>
                </a:solidFill>
                <a:latin typeface="Calibri"/>
              </a:rPr>
              <a:t>NOT COPIED IN   ·   233 genes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DE in fewer than 4 of our 12 ORBm cell types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Most remaining transcription factors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A panel is not a transcriptome.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914400"/>
            <a:ext cx="562356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914400"/>
            <a:ext cx="5623560" cy="50292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98755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Dan   ·   amygdala spatial panel   (GSE283418)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544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2A6F97"/>
                </a:solidFill>
                <a:latin typeface="Calibri"/>
              </a:rPr>
              <a:t>98 spatial genes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C44536"/>
                </a:solidFill>
                <a:latin typeface="Calibri"/>
              </a:rPr>
              <a:t>→    26 extras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Rule    Keep if it is informative in Allen BMAp.  52 of 98 were already in the core, so they are not counted twice.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15468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E7F1F4"/>
          </a:solidFill>
          <a:ln w="1587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18688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A6F97"/>
                </a:solidFill>
                <a:latin typeface="Calibri"/>
              </a:rPr>
              <a:t>KEPT AS EXTRAS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14 stronger BMAp genes  +  12 additional amygdala genes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Includes Sfrp1, Glipr1, Vdr once slots are not scarce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No existing gene was removed or re-ranked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70916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 w="15875">
            <a:solidFill>
              <a:srgbClr val="B8B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773168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44536"/>
                </a:solidFill>
                <a:latin typeface="Calibri"/>
              </a:rPr>
              <a:t>NOT COPIED IN   ·   remainder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Not scored in Allen BMAp, or below a low-information cutoff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Genes that only mark distant nuclei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Do not copy the whole 98-gene spatial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Final panel   ·   245 genes, one slide, two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Standalone custom Xenium panel for ORBm and BMAp.  Jesse and Dan genes included.  All 20 cell types remain separable.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98755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9144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98755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481328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cell types still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separable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144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B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98755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no 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standalone custom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all 245 are probes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9144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98755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1481328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regions read from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the same mouse</a:t>
            </a:r>
          </a:p>
        </p:txBody>
      </p:sp>
      <p:pic>
        <p:nvPicPr>
          <p:cNvPr id="18" name="Picture 17" descr="F_composi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0"/>
            <a:ext cx="5806440" cy="397763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26480" y="2286000"/>
            <a:ext cx="566928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8B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9572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D4E89"/>
                </a:solidFill>
                <a:latin typeface="Calibri"/>
              </a:rPr>
              <a:t>What each cell can tell 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16352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95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455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Which of the 20 types it is  (layer, interneuron class, amygdala subtype)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593592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666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2277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Whether it was recently active  (Fos / Arc / TRAP2 reporter)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370832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4439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000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Morphine-dependence signature  (Per2, Pcsk1, Per1, Camk2g)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148072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221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Receptors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772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Druggable GPCRs on that type  (opioids, muscarinic, mGlu, Rxfp1)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