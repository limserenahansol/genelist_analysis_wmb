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What the 166 genes do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2A6F97"/>
              </a:solidFill>
            </c:spPr>
          </c:dPt>
          <c:dPt>
            <c:idx val="2"/>
            <c:spPr>
              <a:solidFill>
                <a:srgbClr val="6B7C6A"/>
              </a:solidFill>
            </c:spPr>
          </c:dPt>
          <c:dPt>
            <c:idx val="3"/>
            <c:spPr>
              <a:solidFill>
                <a:srgbClr val="C44536"/>
              </a:solidFill>
            </c:spPr>
          </c:dPt>
          <c:dPt>
            <c:idx val="4"/>
            <c:spPr>
              <a:solidFill>
                <a:srgbClr val="B08968"/>
              </a:solidFill>
            </c:spPr>
          </c:dPt>
          <c:cat>
            <c:strRef>
              <c:f>Sheet1!$A$2:$A$6</c:f>
              <c:strCache>
                <c:ptCount val="5"/>
                <c:pt idx="0">
                  <c:v>Cell identity and region</c:v>
                </c:pt>
                <c:pt idx="1">
                  <c:v>Druggable receptor map</c:v>
                </c:pt>
                <c:pt idx="2">
                  <c:v>Activity and plasticity</c:v>
                </c:pt>
                <c:pt idx="3">
                  <c:v>Morphine-dependence state</c:v>
                </c:pt>
                <c:pt idx="4">
                  <c:v>TRAP genetic tag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</c:v>
                </c:pt>
                <c:pt idx="1">
                  <c:v>33</c:v>
                </c:pt>
                <c:pt idx="2">
                  <c:v>20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D4E89"/>
                </a:solidFill>
                <a:latin typeface="Calibri"/>
              </a:rPr>
              <a:t>Option A  -  the complete add-on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Every gene we can justify, as an add-on to the standard mouse brain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A  ·  166 genes, 119 custom  |  ORBm + BMAp Xenium  | 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6926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WHERE THE CANDIDATES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6926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FOUR DECISION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9692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WHAT WE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80160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80160"/>
            <a:ext cx="2999232" cy="3108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 MARKER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45919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Allen atlas + 13 documented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311 screened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1920239"/>
            <a:ext cx="5486400" cy="1298449"/>
          </a:xfrm>
          <a:prstGeom prst="line">
            <a:avLst/>
          </a:prstGeom>
          <a:ln w="1905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1645919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142 kept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724911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724911"/>
            <a:ext cx="2999232" cy="310896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JESSE NIEHAUS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090671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Morphine-dependence expression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in orbitofrontal cortex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3075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44536"/>
                </a:solidFill>
                <a:latin typeface="Calibri"/>
              </a:rPr>
              <a:t>431 screened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83280" y="3218688"/>
            <a:ext cx="5486400" cy="146303"/>
          </a:xfrm>
          <a:prstGeom prst="line">
            <a:avLst/>
          </a:prstGeom>
          <a:ln w="190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30906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44536"/>
                </a:solidFill>
                <a:latin typeface="Calibri"/>
              </a:rPr>
              <a:t>10 kept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169663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169663"/>
            <a:ext cx="2999232" cy="3108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BERG &amp; SCHERRER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5354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Published amygdala spatial panel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(GSE283418)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17550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A6F97"/>
                </a:solidFill>
                <a:latin typeface="Calibri"/>
              </a:rPr>
              <a:t>98 screened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383280" y="3218688"/>
            <a:ext cx="5486400" cy="1591056"/>
          </a:xfrm>
          <a:prstGeom prst="line">
            <a:avLst/>
          </a:prstGeom>
          <a:ln w="1905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4720" y="45354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A6F97"/>
                </a:solidFill>
                <a:latin typeface="Calibri"/>
              </a:rPr>
              <a:t>14 kept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1280160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152704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1353312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176272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2423160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2249424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072384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90288" y="3319272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145536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968496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90288" y="4215383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041648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4882896"/>
            <a:ext cx="4133087" cy="859536"/>
          </a:xfrm>
          <a:prstGeom prst="roundRect">
            <a:avLst/>
          </a:prstGeom>
          <a:solidFill>
            <a:srgbClr val="EAF2F8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56048"/>
            <a:ext cx="3950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Every rule measured in the Allen atlas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193792"/>
            <a:ext cx="39502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226,886 cells  ·  82 subclasses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28,184 measurements  ·  3,901 pairwise tests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280160"/>
            <a:ext cx="2944368" cy="4462272"/>
          </a:xfrm>
          <a:prstGeom prst="roundRect">
            <a:avLst/>
          </a:prstGeom>
          <a:solidFill>
            <a:srgbClr val="EAF2F8"/>
          </a:solidFill>
          <a:ln w="2667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1371600"/>
            <a:ext cx="2761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THIS OPTION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1645920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1D4E89"/>
                </a:solidFill>
                <a:latin typeface="Calibri"/>
              </a:rPr>
              <a:t>166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359152"/>
            <a:ext cx="2761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genes on one section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34272" y="2706624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61120" y="277977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142 our marker screen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14 Berg &amp; Scherrer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10 Jesse Niehaus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34272" y="3730752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61120" y="3803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47 free on the base panel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119 custom probes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34272" y="4590288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961120" y="4663440"/>
            <a:ext cx="276148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 brain regions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20 cell populations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 section, 1 animal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4882896"/>
            <a:ext cx="3749039" cy="859536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495604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701 candidates  -&gt;  166 selected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193792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Each keeps its evidence and the rule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that admitted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cutoff, so any gene's inclusion can be re-checked.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A  ·  166 genes, 119 custom  |  ORBm + BMAp Xenium  |  2/3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064" y="111556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Specificity against genes the panel already carries; must beat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Col23a1   3.7x more specific than any equal 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Sfrp1   0.9x - a panel gene already does it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00584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2783" y="1115568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Is it a druggable receptor we cannot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Regional enrichment, plus whether the family is already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556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Chrm1   M1 receptor - we could only see M2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066543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Gpr26   orphan receptor, no known ligand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56032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2670048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642615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9809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Differential expression counted only in our 12 ORBm populations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10127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Per2   changes in 11 of 12 populations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2102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Nr4a3   8 clusters overall, but only 5 of 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56032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72783" y="2670048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642615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9809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Fraction of cells expressing it; sparse probes give unusable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310127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Grm8   99% of cells, &gt;50% in 8 of 12 populations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62102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Mas1   most enriched of all, but only 45% of cells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06240"/>
            <a:ext cx="11430000" cy="106070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29768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NOT ORDERABLE AS-IS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59028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10x caps a custom add-on at 100 target genes by design. This design needs 119, so it is 19 over. Option B is the same design cut to the cap; Option C moves to a different product that has room for all of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394960"/>
            <a:ext cx="11430000" cy="89611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477256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On the existing quote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733288"/>
            <a:ext cx="11064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Xenium Mouse Brain panel + Add-on Custom 51-100 (part 1000651). No price change - but only if the custom count comes down to 100.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What Option A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Composition and measurement capability of this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A  ·  166 genes, 119 custom  |  ORBm + BMAp Xenium  |  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119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custom probes against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the 10x add-on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176272"/>
          <a:ext cx="6446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967728" y="2194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5786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8163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of the 20 populations it is - layer, interneuron class, amygdala subtype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419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was recently active - Fos and Arc, plus the TRAP2 tag (tdTomato and iCre)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2611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4988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carries the morphine-dependence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51023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3400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druggable receptors sit on it - opioid, muscarinic, glutamate, relaxin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599846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5B6472"/>
                </a:solidFill>
                <a:latin typeface="Calibri"/>
              </a:rPr>
              <a:t>No AAV probes: this project crosses TRAP2 with a tdTomato reporter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