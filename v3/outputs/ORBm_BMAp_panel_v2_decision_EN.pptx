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Jesse  |  which morphine genes are worth a slot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Ranked by how many of the 12 ORBm anchor cell types we image actually show DE, not by Jesse's raw cluster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472"/>
                </a:solidFill>
                <a:latin typeface="Calibri"/>
              </a:rPr>
              <a:t>ORBm + BMAp Xenium add-on  |  Jesse Niehaus  +  Daniel Berg / Scherrer  |  1/4</a:t>
            </a:r>
          </a:p>
        </p:txBody>
      </p:sp>
      <p:pic>
        <p:nvPicPr>
          <p:cNvPr id="6" name="Picture 5" descr="v2_Fig1_je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670" y="1188720"/>
            <a:ext cx="8604354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120640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304 unique DEGs across four lists (IEG 77, TF 179, synaptic plasticity 45, GPCR 34) plus 127 ORB-enriched GPCRs. Only 30 of the DEGs are already on our panel.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The two broadest genes in the whole dataset - Per2 (11/12) and Pcsk1 (9/12) - were both missing. Our existing IEGs (Egr1, Arc, Fos, Junb) start at 8/12, so the activity core was fine but the top of the list was not.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Why 11 and not 12: Lamp5 Gaba carries no DEG at all in this dataset, so 11 is the ceiling - Per2 changes in every ORBm cell type where anything changes. Re-counting on our 12 anchors drops Jesse's raw numbers by 0.13 clusters on average; the only gene it demotes out of contention is Nr4a3 (8 raw, 5 here).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Dan  |  re-checked, nothing further to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All 98 genes re-scored against the current 158-gene panel.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472"/>
                </a:solidFill>
                <a:latin typeface="Calibri"/>
              </a:rPr>
              <a:t>ORBm + BMAp Xenium add-on  |  Jesse Niehaus  +  Daniel Berg / Scherrer  |  2/4</a:t>
            </a:r>
          </a:p>
        </p:txBody>
      </p:sp>
      <p:pic>
        <p:nvPicPr>
          <p:cNvPr id="6" name="Picture 5" descr="v2_Fig2_d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962" y="1188720"/>
            <a:ext cx="9493771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30368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52 of 98 are already on the panel. The best of the 46 left off scores max_spec 0.89 - below 1.0, so none of them beats a gene the panel already carries for that anchor.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Honest caveat: the 14 added earlier span max_spec 0.53-3.69, so Nos1 (0.76), Oprl1 (0.57) and Dnah5 (0.53) sit BELOW Sfrp1 (0.89), Glipr1 (0.88) and Vdr (0.87), which were left out. Those three went in on pharmacology, not specificity (Oprl1 = nociceptin receptor, Nos1 = interneuron marker).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1F2937"/>
                </a:solidFill>
                <a:latin typeface="Calibri"/>
              </a:rPr>
              <a:t>Glipr1 (0.88) looked like the one borderline case because it serves anchor 113 MEA-COA-BMA Ccdc42, the true BMAp core. But that anchor already carries Penk (2.31) and Lamb3 (1.51) on the panel, so Glipr1 would be a third, weaker probe for a cell type that is already resolved. Recommendation: add nothing from Dan.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How the genes were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One rule for Jesse, one for Dan, and a slot budget.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472"/>
                </a:solidFill>
                <a:latin typeface="Calibri"/>
              </a:rPr>
              <a:t>ORBm + BMAp Xenium add-on  |  Jesse Niehaus  +  Daniel Berg / Scherrer  |  3/4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9284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383280"/>
                <a:gridCol w="4709160"/>
                <a:gridCol w="1645920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Threshold applied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Jesse (ORBm)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DE breadth across the 12 ORBm anchor cell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8+ anchors = core add; free-on-base at any breadth = add (no slot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 custom + 4 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Dan (BMAp)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max specificity vs the panel in Allen WMB-10X (max_spec)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max_spec &gt; 1.0 = beats an existing panel gene. Best remaining is 0.89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0 (nothing added)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291840"/>
          <a:ext cx="112928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1280160"/>
                <a:gridCol w="3063240"/>
                <a:gridCol w="201168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Panel block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Genes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Slots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Curated core (blocks 1-11)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100 custom + 44 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unchanged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Dan GSE283418 (block 12)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 custom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unchanged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Jesse morphine state (block 13, NEW)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 custom + 4 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this 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167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119 custom + 48 free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+9 genes / +5 slots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66360"/>
            <a:ext cx="11292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Custom count rises 114 -&gt; 119. The original cap was 100 custom add-on slots, so 119 needs vendor confirmation before ordering - this is the one open item.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These 9 genes report morphine-dependence state, not cell identity, so ANCHOR_COVERAGE is untouched and all 20 cell types remain separable.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FINAL  |  9 genes added to the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Appended as block 13_Jesse_morphine_state. No existing gene removed or re-ranked.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472"/>
                </a:solidFill>
                <a:latin typeface="Calibri"/>
              </a:rPr>
              <a:t>ORBm + BMAp Xenium add-on  |  Jesse Niehaus  +  Daniel Berg / Scherrer  |  4/4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12928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43000"/>
                <a:gridCol w="1051560"/>
                <a:gridCol w="914400"/>
                <a:gridCol w="1234440"/>
                <a:gridCol w="603504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Gene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ORBm anchors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Glut / GABA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Slot cost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Why it earns a place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Per2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11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8 /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Top DEG overall. Circadian clock.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Pcsk1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9 / 12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8 / 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Prohormone convertase 1 (proenkephalin / POMC).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Arid5b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8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6 /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Broad TF; also reaches interneurons.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Per1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8 / 12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7 / 1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Second clock gene; confirms Per2.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Camk2g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6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6 /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1 custom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Strongest DOWN gene. Direction control.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Bhlhe40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4 / 12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4 / 0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free (base)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Metabolic / circadian TF. Free on base.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Sema3e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3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2 /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free (base)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Free on base; previously missed.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Gadd45a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1 / 12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1 / 0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free (base)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IEG-adjacent TF. Free on base.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Rxfp1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0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0 /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free (base)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ORB-enriched GPCR (19 subclasses). Circuit marker.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349240"/>
            <a:ext cx="11292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New question the panel can now answer: within one L5 IT cell, is the morphine-dependence signature ON or OFF? Cell typing and TRAP comparison worked before; morphine state did not.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Order sheet: FINAL_Xenium_panel_ORBm_BMAp_MSGS111_v2_167genes.xlsx  -  formatting, column widths, frozen panes and every existing row are byte-identical to MSGS111; rows were only appended.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Open for decision: (1) approve 119 custom slots - the original cap was 100, so this needs vendor confirmation, (2) keep Camk2g as the DOWN control. Nothing from Dan is proposed.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