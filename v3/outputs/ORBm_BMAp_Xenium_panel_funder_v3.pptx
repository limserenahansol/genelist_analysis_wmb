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instrument reads a fixed number of genes per tissue section, so every slot has to be earned. Four rules decided which genes earned one.</a:t>
            </a:r>
          </a:p>
        </p:txBody>
      </p:sp>
      <p:pic>
        <p:nvPicPr>
          <p:cNvPr id="5" name="Picture 4" descr="V3_F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914400"/>
            <a:ext cx="11521440" cy="48237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cutoff. For every rule there is a gene that passed and a comparable gene that did not, so the line is visible rather than asserted.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5641848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" y="1042416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" y="1074420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042416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0817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Specificity against genes the panel already carries. Must beat them (ratio &gt; 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7393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Col23a1   3.7x more specific - no equal marker existed for that amygdala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66543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Sfrp1   0.9x - a gene already on the panel does the job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932688"/>
            <a:ext cx="5641848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042416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3932" y="1074420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042416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0817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Regional enrichment, plus whether that receptor family is already covered.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77393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Chrm1   M1 receptor, enriched in 8 populations - we could only see M2 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66543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Glipr1   its population already carries Penk (2.3x) and Lamb3 (1.5x)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60320"/>
            <a:ext cx="5641848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2670048"/>
            <a:ext cx="310896" cy="31089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" y="2702051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670048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03580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Differential expression counted only in our 12 ORBm populations, not the donor's whole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0156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Per2   changes in 11 of 12 populations - the broadest gene in Jesse's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69417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Nr4a3   strong at 8 clusters, but only 5 of ours; the rest we do not image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2560320"/>
            <a:ext cx="5641848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2670048"/>
            <a:ext cx="310896" cy="310896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3932" y="2702051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670048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03580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Fraction of cells expressing it in the atlas. Sparse probes give sparse, unusable maps.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0156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Grm8   99% of cells, above 50% in 8 of the 12 populations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69417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Mas1   most enriched receptor of all, but only 45% of cells and absent from GABA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15968"/>
            <a:ext cx="11457432" cy="199339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4398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The constraint that forces all of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773168"/>
            <a:ext cx="5440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standard 10x Mouse Brain panel gives ~248 genes free. The custom add-on is capped near 100.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So 168 genes on one section means 47 taken free and 121 paid for - and roughly three of every four candidates we screened were turned down.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773168"/>
            <a:ext cx="5440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four rules are independent, and that is deliberate.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A receptor earns a slot by showing where a drug target sits, whether or not morphine changes it. So one panel serves the pharmacology aim and the addiction aim at the same time, instead of forcing a choice between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Final panel  -  168 genes, one section, two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One shared Xenium panel read from the same mouse. All 20 target cell populations remain separable.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already free on the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10x base 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pic>
        <p:nvPicPr>
          <p:cNvPr id="17" name="Picture 16" descr="V3_F2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21408"/>
            <a:ext cx="6446520" cy="3002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139696"/>
            <a:ext cx="4617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1518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80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Which of the 20 populations it is - cortical layer, interneuron class, or amygdala subtype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50215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67328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Whether it was recently active - Fos and Arc, plus the TRAP2 genetic 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38912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654296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Whether it carries the morphine-dependence signature - Per2, Pcsk1, Per1, Camk2g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27608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541264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Which druggable receptors sit on it - opioid, muscarinic, glutamate, relaxin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533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44536"/>
                </a:solidFill>
                <a:latin typeface="Calibri"/>
              </a:rPr>
              <a:t>The last row is the new capability: within a single cortical cell type, it separates cells that carry the dependence signature from those that do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The 20 populations we must tell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BACKUP  ·  ORBm + BMAp custom Xenium panel  |  Allen WMB-10X  | 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target list comes from the Allen Brain Cell Atlas taxonomy: 12 populations in orbitofrontal cortex, 8 in basomedial amygdala.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ORBm populations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83,406 Allen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BMAp populations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40,709 Allen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124,115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cells in the 20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target populations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20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have a dedicated marker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on the final panel</a:t>
            </a:r>
          </a:p>
        </p:txBody>
      </p:sp>
      <p:pic>
        <p:nvPicPr>
          <p:cNvPr id="17" name="Picture 16" descr="V3_F3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16" y="2103120"/>
            <a:ext cx="1014546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The list rests on a full re-analysis of the reference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BACKUP  ·  ORBm + BMAp custom Xenium panel  |  Allen WMB-10X  |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No gene was taken on a paper's word. Every candidate was re-scored in the Allen atlas, restricted to these two regions, against the genes the panel already carried.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single cells scored across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the two target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 subclasses profiled,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not only the 20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28,184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 x subclass abundance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and specificity measurements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3,901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pairwise tests: can gene X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separate type A from type B?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185415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documented sources,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9 with a DOI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185415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127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region-enriched receptors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evaluated one by 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185415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receptors tiered specific,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intermediate or universal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185415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FDA-approved drugs mapped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to panel receptors (IUPHAR)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401568"/>
            <a:ext cx="11457432" cy="290779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5478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that analysis produced, in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50208"/>
            <a:ext cx="5440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1.   Region-restricted expression matrices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Cells from ORBm and BMAp were pulled out of the whole-brain atlas, so every abundance and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specificity number describes these two regions, not a brain-wide average.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2.   Per-population marker ranking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For each of the 20 targets, every candidate was ranked by how much of that population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expresses it and how tightly it is restricted to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50208"/>
            <a:ext cx="5440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3.   Pairwise separability testing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3,901 tests confirmed that neighbouring populations - L5 IT vs L5 ET, MEA vs BMA -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remain distinguishable using only the genes actually on the panel.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4.   Receptor and drug-target layer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Receptors were tiered by specificity and cross-referenced to the IUPHAR pharmacology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database, so the map covers targets that drugs already exist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