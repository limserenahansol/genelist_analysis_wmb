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D4E89"/>
                </a:solidFill>
                <a:latin typeface="Calibri"/>
              </a:rPr>
              <a:t>The two datasets, scored against our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472"/>
                </a:solidFill>
                <a:latin typeface="Calibri"/>
              </a:rPr>
              <a:t>Left: Jesse's morphine DEGs, counted only in the 12 ORBm cell types we image. Right: Dan's 98 amygdala genes, re-scored in Allen BMAp.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1430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B6472"/>
                </a:solidFill>
                <a:latin typeface="Calibri"/>
              </a:rPr>
              <a:t>Xenium ORBm + BMAp add-on  |  Jesse Niehaus  +  Daniel Berg / Scherrer  |  1/4</a:t>
            </a:r>
          </a:p>
        </p:txBody>
      </p:sp>
      <p:pic>
        <p:nvPicPr>
          <p:cNvPr id="6" name="Picture 5" descr="v3_sou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815" y="932688"/>
            <a:ext cx="10246065" cy="39776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001767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Jesse: 304 unique DEGs; only 30 already on the panel. The two broadest genes in the whole dataset, Per2 (11/12) and Pcsk1 (9/12), were both missing. Our existing IEGs start at 8/12. Lamp5 carries no DEG at all, so 11 is the ceiling.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Dan: 52 of 98 already on the panel. The best of the 46 left off scores max_spec 0.89, below the 1.0 line where a gene starts beating what the panel already carries. Glipr1 (0.88) serves anchor 113, but that anchor already has Penk (2.31) and Lamb3 (1.51). Nothing further to add from Dan.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D4E89"/>
                </a:solidFill>
                <a:latin typeface="Calibri"/>
              </a:rPr>
              <a:t>Why two earlier drafts disagreed - and the test that settles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472"/>
                </a:solidFill>
                <a:latin typeface="Calibri"/>
              </a:rPr>
              <a:t>A gene earns a slot only if it is BOTH morphine-relevant in our cell types AND detectable enough for Xenium.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1430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B6472"/>
                </a:solidFill>
                <a:latin typeface="Calibri"/>
              </a:rPr>
              <a:t>Xenium ORBm + BMAp add-on  |  Jesse Niehaus  +  Daniel Berg / Scherrer  |  2/4</a:t>
            </a:r>
          </a:p>
        </p:txBody>
      </p:sp>
      <p:pic>
        <p:nvPicPr>
          <p:cNvPr id="6" name="Picture 5" descr="v3_two_ax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792" y="914400"/>
            <a:ext cx="6958111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166359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The earlier draft that proposed Chrm1 and Grm8 was right to introduce a detectability test - every number in it is correct (Chrm1 92%, Grm8 99% vs Mas1 45%, Gpr68 40%, Mchr1 32%). But both fail the other axis: Chrm1 is not a morphine DEG at all, and Grm8 is DE in 0 of our 12 anchors. Detectable everywhere means no contrast to image.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Applying both tests promotes Vps13a (7/12 anchors AND 95% detection) and Camk2g (6/12 DOWN, 93%) over Chrm1 / Grm8.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D4E89"/>
                </a:solidFill>
                <a:latin typeface="Calibri"/>
              </a:rPr>
              <a:t>FINAL  |  9 genes added, 5 custom slots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472"/>
                </a:solidFill>
                <a:latin typeface="Calibri"/>
              </a:rPr>
              <a:t>Appended as block 13_Jesse_morphine_state. No existing gene removed or re-ranked. Nothing added from Dan.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1430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B6472"/>
                </a:solidFill>
                <a:latin typeface="Calibri"/>
              </a:rPr>
              <a:t>Xenium ORBm + BMAp add-on  |  Jesse Niehaus  +  Daniel Berg / Scherrer  |  3/4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932688"/>
          <a:ext cx="114300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051560"/>
                <a:gridCol w="9326880"/>
              </a:tblGrid>
              <a:tr h="3429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Gene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Slot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Per2</a:t>
                      </a:r>
                    </a:p>
                  </a:txBody>
                  <a:tcPr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 custom</a:t>
                      </a:r>
                    </a:p>
                  </a:txBody>
                  <a:tcPr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11/12 anchors Up, glut 8 / GABA 3. Broadest gene in the dataset.</a:t>
                      </a:r>
                    </a:p>
                  </a:txBody>
                  <a:tcPr>
                    <a:solidFill>
                      <a:srgbClr val="EAF0F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Pcsk1</a:t>
                      </a:r>
                    </a:p>
                  </a:txBody>
                  <a:tcPr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 custom</a:t>
                      </a:r>
                    </a:p>
                  </a:txBody>
                  <a:tcPr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9/12 Up. Proenkephalin / POMC convertase.</a:t>
                      </a:r>
                    </a:p>
                  </a:txBody>
                  <a:tcPr>
                    <a:solidFill>
                      <a:srgbClr val="EAF0F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Vps13a</a:t>
                      </a:r>
                    </a:p>
                  </a:txBody>
                  <a:tcPr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 custom</a:t>
                      </a:r>
                    </a:p>
                  </a:txBody>
                  <a:tcPr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7/12 Up AND 95% detection - best measured on both axes.</a:t>
                      </a:r>
                    </a:p>
                  </a:txBody>
                  <a:tcPr>
                    <a:solidFill>
                      <a:srgbClr val="EAF0F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Camk2g</a:t>
                      </a:r>
                    </a:p>
                  </a:txBody>
                  <a:tcPr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 custom</a:t>
                      </a:r>
                    </a:p>
                  </a:txBody>
                  <a:tcPr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6/12 DOWN, 93% detection. Only direction control.</a:t>
                      </a:r>
                    </a:p>
                  </a:txBody>
                  <a:tcPr>
                    <a:solidFill>
                      <a:srgbClr val="EAF0F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Arid5b</a:t>
                      </a:r>
                    </a:p>
                  </a:txBody>
                  <a:tcPr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 custom</a:t>
                      </a:r>
                    </a:p>
                  </a:txBody>
                  <a:tcPr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8/12 Up, glut 6 / GABA 2. Only broad gene besides Per2 reaching GABA.</a:t>
                      </a:r>
                    </a:p>
                  </a:txBody>
                  <a:tcPr>
                    <a:solidFill>
                      <a:srgbClr val="EAF0F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Bhlhe40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free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4/12 Up. Free on Xenium base.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Sema3e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free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3/12 Up. Free on base.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Gadd45a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free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1/12 Up. Free on base.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Rxfp1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free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ORB-enriched GPCR (19 subclasses) but 34% detection - weak signal.</a:t>
                      </a:r>
                    </a:p>
                  </a:txBody>
                  <a:tcPr>
                    <a:solidFill>
                      <a:srgbClr val="F0F5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617720"/>
          <a:ext cx="1143000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9281160"/>
              </a:tblGrid>
              <a:tr h="32918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Rejected</a:t>
                      </a:r>
                    </a:p>
                  </a:txBody>
                  <a:tcPr>
                    <a:solidFill>
                      <a:srgbClr val="C44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Reason</a:t>
                      </a:r>
                    </a:p>
                  </a:txBody>
                  <a:tcPr>
                    <a:solidFill>
                      <a:srgbClr val="C4453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Chrm1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92% detection but NOT a morphine DEG at all. Detectable everywhere = no contrast.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Grm8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99% detection but DE in 0 of our 12 anchors (its DE was in PL/ILA).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Per1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8/12 Up, but 63% max / only 4 of 12 anchors above 50%. Redundant with Per2.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Mas1 / Gpr68 / Mchr1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ORB-enriched but 45 / 40 / 32% detection - too sparse for a slot.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3093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Panel: 158 -&gt; 167 genes = 48 free on base + 119 custom (was 44 + 114).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D4E89"/>
                </a:solidFill>
                <a:latin typeface="Calibri"/>
              </a:rPr>
              <a:t>What needs a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472"/>
                </a:solidFill>
                <a:latin typeface="Calibri"/>
              </a:rPr>
              <a:t>Two open items, one of them blocking.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1430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B6472"/>
                </a:solidFill>
                <a:latin typeface="Calibri"/>
              </a:rPr>
              <a:t>Xenium ORBm + BMAp add-on  |  Jesse Niehaus  +  Daniel Berg / Scherrer  |  4/4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960120"/>
          <a:ext cx="11430000" cy="2606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1143000"/>
                <a:gridCol w="4846320"/>
                <a:gridCol w="5029200"/>
              </a:tblGrid>
              <a:tr h="86867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Issue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Option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</a:tr>
              <a:tr h="86867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BLOCKING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Custom slots go 114 -&gt; 119, but the original vendor cap was 100 custom add-ons. Needs confirmation before ordering.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If the cap holds at 100, drop the weakest Dan genes first: Gabre (spec 0.95, CEA-BST), Tspan18 (0.96, SI/LPO border), Syndig1l (1.32, CEA-BST). They serve neighbours, not BMAp core.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6868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Data gap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Allen detectability is unscored for Per2, Pcsk1, Arid5b, Bhlhe40, Sema3e and Gadd45a - the raw Allen matrices were never downloaded.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Per2 and Pcsk1 are the top two morphine genes and worth the risk. If detectability matters more than breadth, Fxr1 (7/12, 75% verified) is the ready substitute for Arid5b.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3063240"/>
            <a:ext cx="11430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Everything else is settled and orderable: FINAL_Xenium_panel_ORBm_BMAp_MSGS111_v2_167genes.xlsx keeps MSGS111's formatting, column widths, frozen panes and every existing row byte-identical - rows were only appended.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The 9 genes report morphine-dependence state, not cell identity, so ANCHOR_COVERAGE is unchanged and all 20 cell types remain separable. New question the panel can answer: within one L5 IT cell, is the dependence signature ON or OFF?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