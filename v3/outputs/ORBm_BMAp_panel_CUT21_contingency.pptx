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C44536"/>
                </a:solidFill>
                <a:latin typeface="Calibri"/>
              </a:rPr>
              <a:t>If we must fit the 100-gene custom cap: cut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The live design carries 121 custom probes. 10x caps a custom add-on at 100 genes by design. This removes exactly 21.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CONTINGENCY  ·  cut to the 100-gene custom cap  |  1/2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42416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C44536"/>
                </a:solidFill>
                <a:latin typeface="Calibri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custom probes in the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current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100584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042416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B8B2A8"/>
                </a:solidFill>
                <a:latin typeface="Calibri"/>
              </a:rPr>
              <a:t>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1517904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genes removed by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this contingency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00584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042416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6B7C6A"/>
                </a:solidFill>
                <a:latin typeface="Calibri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517904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custom probes after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the cut - at the cap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005840"/>
            <a:ext cx="2688336" cy="1005840"/>
          </a:xfrm>
          <a:prstGeom prst="roundRect">
            <a:avLst/>
          </a:prstGeom>
          <a:solidFill>
            <a:srgbClr val="F4F1EA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042416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D4E89"/>
                </a:solidFill>
                <a:latin typeface="Calibri"/>
              </a:rPr>
              <a:t>147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517904"/>
            <a:ext cx="25054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genes total, down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472"/>
                </a:solidFill>
                <a:latin typeface="Calibri"/>
              </a:rPr>
              <a:t>from 168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1762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Cut principle: a gene is removed when it fails the rule that admitted it. Nothing that carries a cell-population identification was touched.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2523744"/>
            <a:ext cx="5650992" cy="15910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569463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A6F97"/>
                </a:solidFill>
                <a:latin typeface="Calibri"/>
              </a:rPr>
              <a:t>Dan: fails its own rule   (5 genes)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834639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Dnah5   -   BMAp specificity 0.53 - below the 1.0 cutoff that admitted the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072383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Nos1   -   BMAp specificity 0.76 - detected in 99.7% of cells but not 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10127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Gabre   -   BMAp specificity 0.95, and peaks in CEA-BST, a neighbour not BMAp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547872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Tspan18   -   BMAp specificity 0.96, peaks in the SI/LPO border 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785615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Syndig1l   -   Specificity 1.32 but peaks in CEA-BST, not the BMAp 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24528"/>
            <a:ext cx="5650992" cy="8778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" y="427024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44536"/>
                </a:solidFill>
                <a:latin typeface="Calibri"/>
              </a:rPr>
              <a:t>Jesse: weakest of its own set   (2 genes)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535424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Gpr26   -   Orphan receptor - no known ligand, so it cannot serve a drug-target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77316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Per1   -   Same circadian axis as Per2; 63% detection, above 50% in only 4 of 12 populations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212080"/>
            <a:ext cx="5650992" cy="87782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525780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8B2A8"/>
                </a:solidFill>
                <a:latin typeface="Calibri"/>
              </a:rPr>
              <a:t>Depends on your constructs   (2 genes)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522976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WPRE  (CONFIRM)   -   Viral vector element - only needed if AAVs carrying it are injected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760720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mCherry  (CONFIRM)   -   Viral tag - only needed if an mCherry construct is actually used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2523744"/>
            <a:ext cx="5650992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72783" y="2569463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7C6A"/>
                </a:solidFill>
                <a:latin typeface="Calibri"/>
              </a:rPr>
              <a:t>Too sparse to map   (6 genes)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2834639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Cx3cr1   -   Microglial marker at 15% of cells - microglia are not among the 20 target populations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072383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Hcrtr1   -   16% of cells - orexin receptor 1 map would be too sparse to interpret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3310127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Ackr3   -   21% of cells - published OFC marker, but below usable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3547872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Htr1a   -   28% of cells - Htr1b and Htr2a cover serotonergic signalling better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3785615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Tacr3   -   30% of cells - Tacr1 remains on the panel for tachykinin signalling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023359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Galr1   -   36% of cells - galanin receptor map would be too sparse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4462272"/>
            <a:ext cx="5650992" cy="1828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08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3" y="450799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8968"/>
                </a:solidFill>
                <a:latin typeface="Calibri"/>
              </a:rPr>
              <a:t>Redundant within family   (6 genes)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477316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Grin2b   -   Third NMDA subunit; Grin1 and Grin2a already report NMDA signalling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5010912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Gria2   -   Second AMPA subunit; Gria1 already reports AMPA signalling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5248656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Rbfox3   -   Pan-neuronal at 99.6%; Snap25 already provides the pan-neuronal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27648" y="5486400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Gabbr2  (CONFIRM)   -   GABA-B heterodimer partner; Gabbr1 alone localises the receptor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5724144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Fosb   -   34% of cells; Fos, Arc, Egr1, Junb and Npas4 already report activity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5961888"/>
            <a:ext cx="53400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F2937"/>
                </a:solidFill>
                <a:latin typeface="Calibri"/>
              </a:rPr>
              <a:t>Emx1  (CONFIRM)   -   41% pallial-lineage TF - broad, and the layer separators are specific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C44536"/>
                </a:solidFill>
                <a:latin typeface="Calibri"/>
              </a:rPr>
              <a:t>What the cut costs, and what it protects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472"/>
                </a:solidFill>
                <a:latin typeface="Calibri"/>
              </a:rPr>
              <a:t>The same four rules, read in reverse.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47104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472"/>
                </a:solidFill>
                <a:latin typeface="Calibri"/>
              </a:rPr>
              <a:t>CONTINGENCY  ·  cut to the 100-gene custom cap  |  2/2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05840"/>
            <a:ext cx="5632704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C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6B7C6A"/>
                </a:solidFill>
                <a:latin typeface="Calibri"/>
              </a:rPr>
              <a:t>PROTECTED  -  nothing here was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All 20 cell populations keep their identifying markers - 54 custom separators untouched.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The morphine-state layer keeps Per2 (11 of 12 populations), Pcsk1 (9 of 12) and Camk2g, the only DOWN gene.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The receptor map keeps Chrm1 and Grm8, the two family gaps we closed, plus every opioid receptor.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005840"/>
            <a:ext cx="5632704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4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1155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4536"/>
                </a:solidFill>
                <a:latin typeface="Calibri"/>
              </a:rPr>
              <a:t>GIVEN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4630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Five of the amygdala genes that scored below their own specificity cutoff - BMAp depth drops, but no population becomes unidentifiable.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Per1, so the circadian axis rests on Per2 alone.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Six sparse receptors (15-36% of cells) whose maps would have been hard to read anyway.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One NMDA and one AMPA subunit, and one pan-neuronal gene, all redundant.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566160"/>
            <a:ext cx="11430000" cy="1188720"/>
          </a:xfrm>
          <a:prstGeom prst="roundRect">
            <a:avLst/>
          </a:prstGeom>
          <a:solidFill>
            <a:srgbClr val="EAF2F8"/>
          </a:solidFill>
          <a:ln w="1651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675887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Four cuts need your confirmation, not mine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986784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WPRE and mCherry are viral-vector elements - keep them only if you are injecting AAVs that carry them. Gabbr2 is the obligate GABA-B partner subunit; Gabbr1 alone still localises the receptor, but if you need subunit composition, keep both. Emx1 is a broad pallial-lineage TF that the specific layer separators largely cover.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937760"/>
            <a:ext cx="11430000" cy="1353312"/>
          </a:xfrm>
          <a:prstGeom prst="roundRect">
            <a:avLst/>
          </a:prstGeom>
          <a:solidFill>
            <a:srgbClr val="F4F1EA"/>
          </a:solidFill>
          <a:ln w="12700">
            <a:solidFill>
              <a:srgbClr val="B8B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04748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4E89"/>
                </a:solidFill>
                <a:latin typeface="Calibri"/>
              </a:rPr>
              <a:t>The alternative, if cutting is unacceptable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358384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 standalone custom Xenium panel supports up to 480 genes, which would hold the full design with room to spare. The trade is that the 248-gene base panel is no longer included, so the 47 genes we currently get free would have to be designed and paid for - and the pricing is a separate quote. Cutting 21 keeps the current order and costs nothing.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