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D4E89"/>
                </a:solidFill>
                <a:latin typeface="Malgun Gothic"/>
              </a:rPr>
              <a:t>ORBm / BMAp Xenium 패널 최종본 — 무엇이 바뀌었나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5A5A"/>
                </a:solidFill>
                <a:latin typeface="Malgun Gothic"/>
              </a:rPr>
              <a:t>MSGS111 주문서에 Jesse 유전자 9개 추가. Dan 데이터 재검토 결과 추가 없음.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2286000"/>
          </a:xfrm>
          <a:prstGeom prst="rect">
            <a:avLst/>
          </a:prstGeom>
          <a:solidFill>
            <a:srgbClr val="F7F5F2"/>
          </a:solidFill>
          <a:ln w="2222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2A6F97"/>
                </a:solidFill>
                <a:latin typeface="Malgun Gothic"/>
              </a:rPr>
              <a:t>158 → 167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A6F97"/>
                </a:solidFill>
                <a:latin typeface="Malgun Gothic"/>
              </a:rPr>
              <a:t>유전자 9개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Jesse 모르핀 의존 DEG에서 5개,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Xenium base 공짜에서 4개.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기존 유전자는 하나도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삭제·재정렬 안 함.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20440" cy="2286000"/>
          </a:xfrm>
          <a:prstGeom prst="rect">
            <a:avLst/>
          </a:prstGeom>
          <a:solidFill>
            <a:srgbClr val="F7F5F2"/>
          </a:solidFill>
          <a:ln w="2222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C44536"/>
                </a:solidFill>
                <a:latin typeface="Malgun Gothic"/>
              </a:rPr>
              <a:t>+5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29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C44536"/>
                </a:solidFill>
                <a:latin typeface="Malgun Gothic"/>
              </a:rPr>
              <a:t>커스텀 슬롯만 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8716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114 → 119 custom.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공짜 44 → 48.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9개 중 4개는 base에 이미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있어 비용이 없습니다.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520440" cy="2286000"/>
          </a:xfrm>
          <a:prstGeom prst="rect">
            <a:avLst/>
          </a:prstGeom>
          <a:solidFill>
            <a:srgbClr val="F7F5F2"/>
          </a:solidFill>
          <a:ln w="2222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361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6B7C6A"/>
                </a:solidFill>
                <a:latin typeface="Malgun Gothic"/>
              </a:rPr>
              <a:t>+0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29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6B7C6A"/>
                </a:solidFill>
                <a:latin typeface="Malgun Gothic"/>
              </a:rPr>
              <a:t>Dan 추가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8716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98개 중 52개가 이미 패널.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남은 46개는 전부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max_spec &lt; 0.89 로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2A2A2A"/>
                </a:solidFill>
                <a:latin typeface="Malgun Gothic"/>
              </a:rPr>
              <a:t>기존 유전자를 못 이깁니다.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이 패널이 이제 묻는 세 가지 질문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1. 이 세포가 무슨 타입인가 — 세포타입 분리 20종 그대로 유지 (ANCHOR_COVERAGE 변경 없음)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2. 방금 활성화/TRAP+ 인가 — Fos, Arc, Egr1, Junb, Npas4 등 기존 IEG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3. (신규) 이 ORBm 세포가 모르핀 의존 상태인가 — Per2, Pcsk1, Arid5b, Per1 + Camk2g(반대 방향)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3번이 이번에 추가된 축입니다. 기존 패널로는 세포타입과 활성만 알 수 있었고,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같은 L5 IT 안에서 '의존 시그니처가 켜진 세포 vs 안 켜진 세포'를 가를 수 없었습니다.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D4E89"/>
                </a:solidFill>
                <a:latin typeface="Malgun Gothic"/>
              </a:rPr>
              <a:t>추가한 Jesse 유전자 9개 — 선정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5A5A"/>
                </a:solidFill>
                <a:latin typeface="Malgun Gothic"/>
              </a:rPr>
              <a:t>기준 = 우리가 실제로 이미징하는 ORBm 앵커 세포타입 12개 중 몇 개에서 DE인가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685800"/>
                <a:gridCol w="1051560"/>
                <a:gridCol w="658368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ORBm 앵커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Glut/GABA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슬롯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왜 넣는가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Per2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11/12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커스텀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Top morphine DEG: 11 of 12 ORBm anchors, glut 8 / GABA 3. Circadian clock.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Pcsk1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9/12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8/1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커스텀 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9 of 12 anchors. Prohormone convertase 1 (proenkephalin / POMC processing).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Arid5b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6/2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커스텀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 of 12 anchors, glut 6 / GABA 2. Broad TF that also reaches interneurons.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8/12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7/1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커스텀 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8 of 12 anchors. Second clock gene, independent confirmation of Per2.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Camk2g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6/12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6/0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커스텀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Strongest DOWN gene, 6 of 12 anchors. Direction control against the Up-heavy set.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Bhlhe40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4/12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4/0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공짜(base)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4 of 12 anchors. Metabolic/circadian TF. Free on Xenium base.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Sema3e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3/12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2/1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공짜(base)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3 of 12 anchors. Free on Xenium base; previously flagged as a missed free gene.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Gadd45a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1/12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1/0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공짜(base)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1 anchor. IEG-adjacent TF. Free on Xenium base, so zero slot cost.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0/12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0/0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공짜(base)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Malgun Gothic"/>
                        </a:rPr>
                        <a:t>ORB-enriched GPCR (19 subclasses). Free on base. Circuit marker, not state.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577840"/>
            <a:ext cx="11201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2A2A2A"/>
                </a:solidFill>
                <a:latin typeface="Malgun Gothic"/>
              </a:rPr>
              <a:t>Per2·Pcsk1 이 Jesse 데이터 전체의 1·2위이고 둘 다 우리 패널에 없었습니다. Arid5b 는 Per1 과 동급(8개 앵커)이면서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A2A2A"/>
                </a:solidFill>
                <a:latin typeface="Malgun Gothic"/>
              </a:rPr>
              <a:t>억제성 뉴런까지 닿아 인터뉴런에서도 의존 상태를 볼 수 있게 합니다. Camk2g 는 유일한 강한 Down 유전자로,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A2A2A"/>
                </a:solidFill>
                <a:latin typeface="Malgun Gothic"/>
              </a:rPr>
              <a:t>'전체가 다 올라간 것'이 아니라 방향성 있는 상태 전환임을 보이는 대조입니다.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D4E89"/>
                </a:solidFill>
                <a:latin typeface="Malgun Gothic"/>
              </a:rPr>
              <a:t>Dan (GSE283418) 재검토 — 추가할 것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5A5A"/>
                </a:solidFill>
                <a:latin typeface="Malgun Gothic"/>
              </a:rPr>
              <a:t>98개 유전자를 현재 158개 패널 기준으로 다시 채점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188720"/>
                <a:gridCol w="47091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max_spec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top BMAp anchor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Sfrp1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119 SI-MA-LPO-LHA Skor1 Glut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기존 패널 유전자를 못 이김 (spec &lt;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Glipr1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113 MEA-COA-BMA Ccdc42 Glut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기존 패널 유전자를 못 이김 (spec &lt; 1.0)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Vdr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082 CEA-BST Ebf1 Pdyn Gaba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기존 패널 유전자를 못 이김 (spec &lt;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Mgp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012 MEA Slc17a7 Glut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기존 패널 유전자를 못 이김 (spec &lt; 1.0)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200400"/>
            <a:ext cx="11201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숫자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98개 중 52개는 이미 패널에 있습니다. 남은 46개 중 최고가 max_spec 0.89 입니다.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max_spec &lt; 1.0 은 '그 앵커에 대해 이미 패널에 있는 유전자보다 특이적이지 않다'는 뜻입니다.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3개는 Allen BMAp에서 아예 채점되지 않아 평가 불가입니다 (그중 Sema3e 는 Jesse 쪽으로 이미 들어감).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솔직한 단서 하나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이미 넣은 14개의 max_spec 범위는 0.53~3.69 입니다. 즉 Nos1(0.76),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Oprl1(0.57), Dnah5(0.53) 는 지금 안 넣은 Sfrp1(0.89)·Glipr1(0.88)·Vdr(0.87) 보다 낮습니다.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그 셋은 특이도가 아니라 약리학적 이유로 들어간 것입니다 (Oprl1 = nociceptin 수용체, Nos1 = 인터뉴런 마커).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따라서 '특이도만으로' 고르면 Glipr1 이 유일한 경계선 후보입니다 — 앵커 113 MEA-COA-BMA 가 진짜 BMAp 앵커라서.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A2A2A"/>
                </a:solidFill>
                <a:latin typeface="Malgun Gothic"/>
              </a:rPr>
              <a:t>다만 0.88 은 여전히 1.0 미만이라, 슬롯 1개를 쓸 근거로는 약하다고 봅니다. 넣지 않았습니다.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D4E89"/>
                </a:solidFill>
                <a:latin typeface="Malgun Gothic"/>
              </a:rPr>
              <a:t>최종 패널 구성 및 확인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5A5A"/>
                </a:solidFill>
                <a:latin typeface="Malgun Gothic"/>
              </a:rPr>
              <a:t>FINAL_Xenium_panel_ORBm_BMAp_MSGS111_v2_167genes.xlsx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371600"/>
                <a:gridCol w="2651760"/>
                <a:gridCol w="205740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유전자 수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슬롯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</a:rPr>
                        <a:t>이번 변경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세포타입 분리 + 백본 + TF/GPCR (기존)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100 custom + 44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변경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Dan GSE283418 (block 12)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14 custom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변경 없음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Jesse 모르핀 상태 (block 13, 신규)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5 custom + 4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이번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167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119 custom + 48 free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Malgun Gothic"/>
                        </a:rPr>
                        <a:t>+9 유전자 / +5 슬롯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337560"/>
            <a:ext cx="5532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파일에서 지킨 것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서식·열 너비·고정 창·헤더 스타일 그대로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기존 행은 한 칸도 수정하지 않음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삭제·재정렬 없음, 맨 아래에만 append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BMAp_ORDER 변경 없음 (Jesse는 PL-ILA-ORB)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ANCHOR_COVERAGE 변경 없음 → 20종 분리 유지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FOR_MarkGreg·SOURCES 에 설명 행만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337560"/>
            <a:ext cx="5440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확인 부탁드릴 것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1. 커스텀 슬롯 5개 추가를 승인할지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(119 custom — 벤더 상한 확인 필요)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2. Camk2g(Down 대조)를 유지할지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3. Glipr1 을 BMAp용으로 넣을지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(제 권고: 넣지 않음)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승인되면 그대로 주문 가능한 상태입니다.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